
<file path=[Content_Types].xml><?xml version="1.0" encoding="utf-8"?>
<Types xmlns="http://schemas.openxmlformats.org/package/2006/content-types">
  <Default Extension="emf" ContentType="image/x-em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3.xml" ContentType="application/vnd.openxmlformats-officedocument.theme+xml"/>
  <Override PartName="/ppt/slideLayouts/slideLayout7.xml" ContentType="application/vnd.openxmlformats-officedocument.presentationml.slideLayout+xml"/>
  <Override PartName="/ppt/theme/theme4.xml" ContentType="application/vnd.openxmlformats-officedocument.theme+xml"/>
  <Override PartName="/ppt/slideLayouts/slideLayout8.xml" ContentType="application/vnd.openxmlformats-officedocument.presentationml.slideLayout+xml"/>
  <Override PartName="/ppt/theme/theme5.xml" ContentType="application/vnd.openxmlformats-officedocument.theme+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6.xml" ContentType="application/vnd.openxmlformats-officedocument.theme+xml"/>
  <Override PartName="/ppt/slideLayouts/slideLayout13.xml" ContentType="application/vnd.openxmlformats-officedocument.presentationml.slideLayout+xml"/>
  <Override PartName="/ppt/theme/theme7.xml" ContentType="application/vnd.openxmlformats-officedocument.theme+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8.xml" ContentType="application/vnd.openxmlformats-officedocument.theme+xml"/>
  <Override PartName="/ppt/slideLayouts/slideLayout16.xml" ContentType="application/vnd.openxmlformats-officedocument.presentationml.slideLayout+xml"/>
  <Override PartName="/ppt/theme/theme9.xml" ContentType="application/vnd.openxmlformats-officedocument.theme+xml"/>
  <Override PartName="/ppt/slideLayouts/slideLayout17.xml" ContentType="application/vnd.openxmlformats-officedocument.presentationml.slideLayout+xml"/>
  <Override PartName="/ppt/theme/theme10.xml" ContentType="application/vnd.openxmlformats-officedocument.theme+xml"/>
  <Override PartName="/ppt/theme/theme11.xml" ContentType="application/vnd.openxmlformats-officedocument.theme+xml"/>
  <Override PartName="/ppt/theme/theme1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80" r:id="rId2"/>
    <p:sldMasterId id="2147483663" r:id="rId3"/>
    <p:sldMasterId id="2147483665" r:id="rId4"/>
    <p:sldMasterId id="2147483668" r:id="rId5"/>
    <p:sldMasterId id="2147483678" r:id="rId6"/>
    <p:sldMasterId id="2147483670" r:id="rId7"/>
    <p:sldMasterId id="2147483684" r:id="rId8"/>
    <p:sldMasterId id="2147483675" r:id="rId9"/>
    <p:sldMasterId id="2147483672" r:id="rId10"/>
  </p:sldMasterIdLst>
  <p:notesMasterIdLst>
    <p:notesMasterId r:id="rId48"/>
  </p:notesMasterIdLst>
  <p:handoutMasterIdLst>
    <p:handoutMasterId r:id="rId49"/>
  </p:handoutMasterIdLst>
  <p:sldIdLst>
    <p:sldId id="256" r:id="rId11"/>
    <p:sldId id="1441" r:id="rId12"/>
    <p:sldId id="1443" r:id="rId13"/>
    <p:sldId id="1444" r:id="rId14"/>
    <p:sldId id="1445" r:id="rId15"/>
    <p:sldId id="1446" r:id="rId16"/>
    <p:sldId id="1447" r:id="rId17"/>
    <p:sldId id="1448" r:id="rId18"/>
    <p:sldId id="1449" r:id="rId19"/>
    <p:sldId id="1450" r:id="rId20"/>
    <p:sldId id="1451" r:id="rId21"/>
    <p:sldId id="1454" r:id="rId22"/>
    <p:sldId id="1477" r:id="rId23"/>
    <p:sldId id="1478" r:id="rId24"/>
    <p:sldId id="1453" r:id="rId25"/>
    <p:sldId id="1473" r:id="rId26"/>
    <p:sldId id="1476" r:id="rId27"/>
    <p:sldId id="1455" r:id="rId28"/>
    <p:sldId id="1456" r:id="rId29"/>
    <p:sldId id="1457" r:id="rId30"/>
    <p:sldId id="1458" r:id="rId31"/>
    <p:sldId id="1459" r:id="rId32"/>
    <p:sldId id="1460" r:id="rId33"/>
    <p:sldId id="1461" r:id="rId34"/>
    <p:sldId id="1462" r:id="rId35"/>
    <p:sldId id="1463" r:id="rId36"/>
    <p:sldId id="1464" r:id="rId37"/>
    <p:sldId id="1465" r:id="rId38"/>
    <p:sldId id="1466" r:id="rId39"/>
    <p:sldId id="1467" r:id="rId40"/>
    <p:sldId id="1468" r:id="rId41"/>
    <p:sldId id="1479" r:id="rId42"/>
    <p:sldId id="1469" r:id="rId43"/>
    <p:sldId id="1435" r:id="rId44"/>
    <p:sldId id="1400" r:id="rId45"/>
    <p:sldId id="1474" r:id="rId46"/>
    <p:sldId id="1475" r:id="rId47"/>
  </p:sldIdLst>
  <p:sldSz cx="9144000" cy="6858000" type="screen4x3"/>
  <p:notesSz cx="7315200" cy="96012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024">
          <p15:clr>
            <a:srgbClr val="A4A3A4"/>
          </p15:clr>
        </p15:guide>
        <p15:guide id="2" pos="2304">
          <p15:clr>
            <a:srgbClr val="A4A3A4"/>
          </p15:clr>
        </p15:guide>
      </p15:notes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59AA5FE0-8063-E329-921A-B72A20B69E71}" name="Aucoin, Shannon" initials="SA" userId="S::shannon.aucoin@cengage.com::3f4e7fc1-6c2e-4059-b6c3-22af03bf749a"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E519E"/>
    <a:srgbClr val="AE1221"/>
    <a:srgbClr val="0076A9"/>
    <a:srgbClr val="0075A7"/>
    <a:srgbClr val="1C619A"/>
    <a:srgbClr val="B35635"/>
    <a:srgbClr val="B35736"/>
    <a:srgbClr val="E6E6E6"/>
    <a:srgbClr val="84CEF4"/>
    <a:srgbClr val="902C2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A5551AB-4713-4578-BFF8-D8AFC2D45B9C}" v="6" dt="2026-01-15T00:21:38.96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1055" autoAdjust="0"/>
    <p:restoredTop sz="88428" autoAdjust="0"/>
  </p:normalViewPr>
  <p:slideViewPr>
    <p:cSldViewPr>
      <p:cViewPr varScale="1">
        <p:scale>
          <a:sx n="56" d="100"/>
          <a:sy n="56" d="100"/>
        </p:scale>
        <p:origin x="1372" y="44"/>
      </p:cViewPr>
      <p:guideLst>
        <p:guide orient="horz" pos="2160"/>
        <p:guide pos="2880"/>
      </p:guideLst>
    </p:cSldViewPr>
  </p:slideViewPr>
  <p:outlineViewPr>
    <p:cViewPr>
      <p:scale>
        <a:sx n="33" d="100"/>
        <a:sy n="33" d="100"/>
      </p:scale>
      <p:origin x="0" y="2958"/>
    </p:cViewPr>
  </p:outlineViewPr>
  <p:notesTextViewPr>
    <p:cViewPr>
      <p:scale>
        <a:sx n="125" d="100"/>
        <a:sy n="125" d="100"/>
      </p:scale>
      <p:origin x="0" y="0"/>
    </p:cViewPr>
  </p:notesTextViewPr>
  <p:sorterViewPr>
    <p:cViewPr>
      <p:scale>
        <a:sx n="140" d="100"/>
        <a:sy n="140" d="100"/>
      </p:scale>
      <p:origin x="0" y="0"/>
    </p:cViewPr>
  </p:sorterViewPr>
  <p:notesViewPr>
    <p:cSldViewPr>
      <p:cViewPr>
        <p:scale>
          <a:sx n="60" d="100"/>
          <a:sy n="60" d="100"/>
        </p:scale>
        <p:origin x="4216" y="1216"/>
      </p:cViewPr>
      <p:guideLst>
        <p:guide orient="horz" pos="3024"/>
        <p:guide pos="2304"/>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3.xml"/><Relationship Id="rId18" Type="http://schemas.openxmlformats.org/officeDocument/2006/relationships/slide" Target="slides/slide8.xml"/><Relationship Id="rId26" Type="http://schemas.openxmlformats.org/officeDocument/2006/relationships/slide" Target="slides/slide16.xml"/><Relationship Id="rId39" Type="http://schemas.openxmlformats.org/officeDocument/2006/relationships/slide" Target="slides/slide29.xml"/><Relationship Id="rId21" Type="http://schemas.openxmlformats.org/officeDocument/2006/relationships/slide" Target="slides/slide11.xml"/><Relationship Id="rId34" Type="http://schemas.openxmlformats.org/officeDocument/2006/relationships/slide" Target="slides/slide24.xml"/><Relationship Id="rId42" Type="http://schemas.openxmlformats.org/officeDocument/2006/relationships/slide" Target="slides/slide32.xml"/><Relationship Id="rId47" Type="http://schemas.openxmlformats.org/officeDocument/2006/relationships/slide" Target="slides/slide37.xml"/><Relationship Id="rId50" Type="http://schemas.openxmlformats.org/officeDocument/2006/relationships/presProps" Target="presProps.xml"/><Relationship Id="rId55" Type="http://schemas.microsoft.com/office/2015/10/relationships/revisionInfo" Target="revisionInfo.xml"/><Relationship Id="rId7" Type="http://schemas.openxmlformats.org/officeDocument/2006/relationships/slideMaster" Target="slideMasters/slideMaster7.xml"/><Relationship Id="rId2" Type="http://schemas.openxmlformats.org/officeDocument/2006/relationships/slideMaster" Target="slideMasters/slideMaster2.xml"/><Relationship Id="rId16" Type="http://schemas.openxmlformats.org/officeDocument/2006/relationships/slide" Target="slides/slide6.xml"/><Relationship Id="rId29" Type="http://schemas.openxmlformats.org/officeDocument/2006/relationships/slide" Target="slides/slide19.xml"/><Relationship Id="rId11" Type="http://schemas.openxmlformats.org/officeDocument/2006/relationships/slide" Target="slides/slide1.xml"/><Relationship Id="rId24" Type="http://schemas.openxmlformats.org/officeDocument/2006/relationships/slide" Target="slides/slide14.xml"/><Relationship Id="rId32" Type="http://schemas.openxmlformats.org/officeDocument/2006/relationships/slide" Target="slides/slide22.xml"/><Relationship Id="rId37" Type="http://schemas.openxmlformats.org/officeDocument/2006/relationships/slide" Target="slides/slide27.xml"/><Relationship Id="rId40" Type="http://schemas.openxmlformats.org/officeDocument/2006/relationships/slide" Target="slides/slide30.xml"/><Relationship Id="rId45" Type="http://schemas.openxmlformats.org/officeDocument/2006/relationships/slide" Target="slides/slide35.xml"/><Relationship Id="rId53" Type="http://schemas.openxmlformats.org/officeDocument/2006/relationships/tableStyles" Target="tableStyles.xml"/><Relationship Id="rId5" Type="http://schemas.openxmlformats.org/officeDocument/2006/relationships/slideMaster" Target="slideMasters/slideMaster5.xml"/><Relationship Id="rId10" Type="http://schemas.openxmlformats.org/officeDocument/2006/relationships/slideMaster" Target="slideMasters/slideMaster10.xml"/><Relationship Id="rId19" Type="http://schemas.openxmlformats.org/officeDocument/2006/relationships/slide" Target="slides/slide9.xml"/><Relationship Id="rId31" Type="http://schemas.openxmlformats.org/officeDocument/2006/relationships/slide" Target="slides/slide21.xml"/><Relationship Id="rId44" Type="http://schemas.openxmlformats.org/officeDocument/2006/relationships/slide" Target="slides/slide34.xml"/><Relationship Id="rId52" Type="http://schemas.openxmlformats.org/officeDocument/2006/relationships/theme" Target="theme/theme1.xml"/><Relationship Id="rId4" Type="http://schemas.openxmlformats.org/officeDocument/2006/relationships/slideMaster" Target="slideMasters/slideMaster4.xml"/><Relationship Id="rId9" Type="http://schemas.openxmlformats.org/officeDocument/2006/relationships/slideMaster" Target="slideMasters/slideMaster9.xml"/><Relationship Id="rId14" Type="http://schemas.openxmlformats.org/officeDocument/2006/relationships/slide" Target="slides/slide4.xml"/><Relationship Id="rId22" Type="http://schemas.openxmlformats.org/officeDocument/2006/relationships/slide" Target="slides/slide12.xml"/><Relationship Id="rId27" Type="http://schemas.openxmlformats.org/officeDocument/2006/relationships/slide" Target="slides/slide17.xml"/><Relationship Id="rId30" Type="http://schemas.openxmlformats.org/officeDocument/2006/relationships/slide" Target="slides/slide20.xml"/><Relationship Id="rId35" Type="http://schemas.openxmlformats.org/officeDocument/2006/relationships/slide" Target="slides/slide25.xml"/><Relationship Id="rId43" Type="http://schemas.openxmlformats.org/officeDocument/2006/relationships/slide" Target="slides/slide33.xml"/><Relationship Id="rId48" Type="http://schemas.openxmlformats.org/officeDocument/2006/relationships/notesMaster" Target="notesMasters/notesMaster1.xml"/><Relationship Id="rId56" Type="http://schemas.microsoft.com/office/2018/10/relationships/authors" Target="authors.xml"/><Relationship Id="rId8" Type="http://schemas.openxmlformats.org/officeDocument/2006/relationships/slideMaster" Target="slideMasters/slideMaster8.xml"/><Relationship Id="rId51" Type="http://schemas.openxmlformats.org/officeDocument/2006/relationships/viewProps" Target="viewProps.xml"/><Relationship Id="rId3" Type="http://schemas.openxmlformats.org/officeDocument/2006/relationships/slideMaster" Target="slideMasters/slideMaster3.xml"/><Relationship Id="rId12" Type="http://schemas.openxmlformats.org/officeDocument/2006/relationships/slide" Target="slides/slide2.xml"/><Relationship Id="rId17" Type="http://schemas.openxmlformats.org/officeDocument/2006/relationships/slide" Target="slides/slide7.xml"/><Relationship Id="rId25" Type="http://schemas.openxmlformats.org/officeDocument/2006/relationships/slide" Target="slides/slide15.xml"/><Relationship Id="rId33" Type="http://schemas.openxmlformats.org/officeDocument/2006/relationships/slide" Target="slides/slide23.xml"/><Relationship Id="rId38" Type="http://schemas.openxmlformats.org/officeDocument/2006/relationships/slide" Target="slides/slide28.xml"/><Relationship Id="rId46" Type="http://schemas.openxmlformats.org/officeDocument/2006/relationships/slide" Target="slides/slide36.xml"/><Relationship Id="rId20" Type="http://schemas.openxmlformats.org/officeDocument/2006/relationships/slide" Target="slides/slide10.xml"/><Relationship Id="rId41" Type="http://schemas.openxmlformats.org/officeDocument/2006/relationships/slide" Target="slides/slide31.xml"/><Relationship Id="rId54"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Master" Target="slideMasters/slideMaster6.xml"/><Relationship Id="rId15" Type="http://schemas.openxmlformats.org/officeDocument/2006/relationships/slide" Target="slides/slide5.xml"/><Relationship Id="rId23" Type="http://schemas.openxmlformats.org/officeDocument/2006/relationships/slide" Target="slides/slide13.xml"/><Relationship Id="rId28" Type="http://schemas.openxmlformats.org/officeDocument/2006/relationships/slide" Target="slides/slide18.xml"/><Relationship Id="rId36" Type="http://schemas.openxmlformats.org/officeDocument/2006/relationships/slide" Target="slides/slide26.xml"/><Relationship Id="rId49" Type="http://schemas.openxmlformats.org/officeDocument/2006/relationships/handoutMaster" Target="handoutMasters/handout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ucoin, Shannon" userId="3f4e7fc1-6c2e-4059-b6c3-22af03bf749a" providerId="ADAL" clId="{E0921B5F-CAE8-4497-A9EF-24510461A92C}"/>
    <pc:docChg chg="undo redo custSel modSld modMainMaster">
      <pc:chgData name="Aucoin, Shannon" userId="3f4e7fc1-6c2e-4059-b6c3-22af03bf749a" providerId="ADAL" clId="{E0921B5F-CAE8-4497-A9EF-24510461A92C}" dt="2026-01-15T00:20:33.904" v="176" actId="1076"/>
      <pc:docMkLst>
        <pc:docMk/>
      </pc:docMkLst>
      <pc:sldChg chg="modSp mod modNotesTx">
        <pc:chgData name="Aucoin, Shannon" userId="3f4e7fc1-6c2e-4059-b6c3-22af03bf749a" providerId="ADAL" clId="{E0921B5F-CAE8-4497-A9EF-24510461A92C}" dt="2026-01-15T00:20:33.904" v="176" actId="1076"/>
        <pc:sldMkLst>
          <pc:docMk/>
          <pc:sldMk cId="2962300543" sldId="256"/>
        </pc:sldMkLst>
        <pc:spChg chg="mod">
          <ac:chgData name="Aucoin, Shannon" userId="3f4e7fc1-6c2e-4059-b6c3-22af03bf749a" providerId="ADAL" clId="{E0921B5F-CAE8-4497-A9EF-24510461A92C}" dt="2026-01-15T00:19:30.139" v="175" actId="27636"/>
          <ac:spMkLst>
            <pc:docMk/>
            <pc:sldMk cId="2962300543" sldId="256"/>
            <ac:spMk id="8" creationId="{00000000-0000-0000-0000-000000000000}"/>
          </ac:spMkLst>
        </pc:spChg>
        <pc:spChg chg="mod">
          <ac:chgData name="Aucoin, Shannon" userId="3f4e7fc1-6c2e-4059-b6c3-22af03bf749a" providerId="ADAL" clId="{E0921B5F-CAE8-4497-A9EF-24510461A92C}" dt="2026-01-15T00:20:33.904" v="176" actId="1076"/>
          <ac:spMkLst>
            <pc:docMk/>
            <pc:sldMk cId="2962300543" sldId="256"/>
            <ac:spMk id="9" creationId="{00000000-0000-0000-0000-000000000000}"/>
          </ac:spMkLst>
        </pc:spChg>
      </pc:sldChg>
      <pc:sldMasterChg chg="addSp delSp modSp mod modSldLayout">
        <pc:chgData name="Aucoin, Shannon" userId="3f4e7fc1-6c2e-4059-b6c3-22af03bf749a" providerId="ADAL" clId="{E0921B5F-CAE8-4497-A9EF-24510461A92C}" dt="2026-01-14T23:40:13.205" v="75" actId="20577"/>
        <pc:sldMasterMkLst>
          <pc:docMk/>
          <pc:sldMasterMk cId="3130776066" sldId="2147483660"/>
        </pc:sldMasterMkLst>
        <pc:spChg chg="mod">
          <ac:chgData name="Aucoin, Shannon" userId="3f4e7fc1-6c2e-4059-b6c3-22af03bf749a" providerId="ADAL" clId="{E0921B5F-CAE8-4497-A9EF-24510461A92C}" dt="2026-01-14T23:40:13.205" v="75" actId="20577"/>
          <ac:spMkLst>
            <pc:docMk/>
            <pc:sldMasterMk cId="3130776066" sldId="2147483660"/>
            <ac:spMk id="3" creationId="{00000000-0000-0000-0000-000000000000}"/>
          </ac:spMkLst>
        </pc:spChg>
        <pc:spChg chg="mod">
          <ac:chgData name="Aucoin, Shannon" userId="3f4e7fc1-6c2e-4059-b6c3-22af03bf749a" providerId="ADAL" clId="{E0921B5F-CAE8-4497-A9EF-24510461A92C}" dt="2026-01-14T23:38:21.448" v="60" actId="14100"/>
          <ac:spMkLst>
            <pc:docMk/>
            <pc:sldMasterMk cId="3130776066" sldId="2147483660"/>
            <ac:spMk id="6" creationId="{00000000-0000-0000-0000-000000000000}"/>
          </ac:spMkLst>
        </pc:spChg>
        <pc:spChg chg="add del mod">
          <ac:chgData name="Aucoin, Shannon" userId="3f4e7fc1-6c2e-4059-b6c3-22af03bf749a" providerId="ADAL" clId="{E0921B5F-CAE8-4497-A9EF-24510461A92C}" dt="2026-01-14T23:39:46.309" v="70" actId="478"/>
          <ac:spMkLst>
            <pc:docMk/>
            <pc:sldMasterMk cId="3130776066" sldId="2147483660"/>
            <ac:spMk id="7" creationId="{A68563A8-CD0B-2236-9243-91BCF46459F2}"/>
          </ac:spMkLst>
        </pc:spChg>
        <pc:picChg chg="add del mod">
          <ac:chgData name="Aucoin, Shannon" userId="3f4e7fc1-6c2e-4059-b6c3-22af03bf749a" providerId="ADAL" clId="{E0921B5F-CAE8-4497-A9EF-24510461A92C}" dt="2026-01-14T23:40:01.455" v="71" actId="14100"/>
          <ac:picMkLst>
            <pc:docMk/>
            <pc:sldMasterMk cId="3130776066" sldId="2147483660"/>
            <ac:picMk id="5" creationId="{BE55F61A-BD22-31EE-55B9-798DE9BBA8EE}"/>
          </ac:picMkLst>
        </pc:picChg>
        <pc:picChg chg="mod">
          <ac:chgData name="Aucoin, Shannon" userId="3f4e7fc1-6c2e-4059-b6c3-22af03bf749a" providerId="ADAL" clId="{E0921B5F-CAE8-4497-A9EF-24510461A92C}" dt="2026-01-14T23:38:30.744" v="61" actId="1076"/>
          <ac:picMkLst>
            <pc:docMk/>
            <pc:sldMasterMk cId="3130776066" sldId="2147483660"/>
            <ac:picMk id="9" creationId="{620D8FBC-857E-BE90-7729-A8DBA01FD4E4}"/>
          </ac:picMkLst>
        </pc:picChg>
        <pc:picChg chg="del mod">
          <ac:chgData name="Aucoin, Shannon" userId="3f4e7fc1-6c2e-4059-b6c3-22af03bf749a" providerId="ADAL" clId="{E0921B5F-CAE8-4497-A9EF-24510461A92C}" dt="2026-01-14T23:37:50.316" v="54" actId="478"/>
          <ac:picMkLst>
            <pc:docMk/>
            <pc:sldMasterMk cId="3130776066" sldId="2147483660"/>
            <ac:picMk id="12" creationId="{A31D3A29-4F07-D01A-45D5-F6D53EFD4860}"/>
          </ac:picMkLst>
        </pc:picChg>
        <pc:picChg chg="add del">
          <ac:chgData name="Aucoin, Shannon" userId="3f4e7fc1-6c2e-4059-b6c3-22af03bf749a" providerId="ADAL" clId="{E0921B5F-CAE8-4497-A9EF-24510461A92C}" dt="2026-01-14T23:37:44.611" v="51" actId="478"/>
          <ac:picMkLst>
            <pc:docMk/>
            <pc:sldMasterMk cId="3130776066" sldId="2147483660"/>
            <ac:picMk id="15" creationId="{2778B6F9-EDFF-9A3C-8523-54A146F82F38}"/>
          </ac:picMkLst>
        </pc:picChg>
        <pc:sldLayoutChg chg="modSp mod">
          <pc:chgData name="Aucoin, Shannon" userId="3f4e7fc1-6c2e-4059-b6c3-22af03bf749a" providerId="ADAL" clId="{E0921B5F-CAE8-4497-A9EF-24510461A92C}" dt="2026-01-14T23:39:34.820" v="68" actId="1076"/>
          <pc:sldLayoutMkLst>
            <pc:docMk/>
            <pc:sldMasterMk cId="3130776066" sldId="2147483660"/>
            <pc:sldLayoutMk cId="2757052415" sldId="2147483689"/>
          </pc:sldLayoutMkLst>
          <pc:spChg chg="mod">
            <ac:chgData name="Aucoin, Shannon" userId="3f4e7fc1-6c2e-4059-b6c3-22af03bf749a" providerId="ADAL" clId="{E0921B5F-CAE8-4497-A9EF-24510461A92C}" dt="2026-01-14T23:32:24.126" v="38" actId="20577"/>
            <ac:spMkLst>
              <pc:docMk/>
              <pc:sldMasterMk cId="3130776066" sldId="2147483660"/>
              <pc:sldLayoutMk cId="2757052415" sldId="2147483689"/>
              <ac:spMk id="4" creationId="{00000000-0000-0000-0000-000000000000}"/>
            </ac:spMkLst>
          </pc:spChg>
          <pc:spChg chg="mod">
            <ac:chgData name="Aucoin, Shannon" userId="3f4e7fc1-6c2e-4059-b6c3-22af03bf749a" providerId="ADAL" clId="{E0921B5F-CAE8-4497-A9EF-24510461A92C}" dt="2026-01-14T23:39:34.820" v="68" actId="1076"/>
            <ac:spMkLst>
              <pc:docMk/>
              <pc:sldMasterMk cId="3130776066" sldId="2147483660"/>
              <pc:sldLayoutMk cId="2757052415" sldId="2147483689"/>
              <ac:spMk id="6" creationId="{00000000-0000-0000-0000-000000000000}"/>
            </ac:spMkLst>
          </pc:spChg>
          <pc:spChg chg="mod">
            <ac:chgData name="Aucoin, Shannon" userId="3f4e7fc1-6c2e-4059-b6c3-22af03bf749a" providerId="ADAL" clId="{E0921B5F-CAE8-4497-A9EF-24510461A92C}" dt="2026-01-14T23:38:48.464" v="62" actId="1076"/>
            <ac:spMkLst>
              <pc:docMk/>
              <pc:sldMasterMk cId="3130776066" sldId="2147483660"/>
              <pc:sldLayoutMk cId="2757052415" sldId="2147483689"/>
              <ac:spMk id="13" creationId="{00000000-0000-0000-0000-000000000000}"/>
            </ac:spMkLst>
          </pc:spChg>
        </pc:sldLayoutChg>
      </pc:sldMasterChg>
      <pc:sldMasterChg chg="modSp mod modSldLayout">
        <pc:chgData name="Aucoin, Shannon" userId="3f4e7fc1-6c2e-4059-b6c3-22af03bf749a" providerId="ADAL" clId="{E0921B5F-CAE8-4497-A9EF-24510461A92C}" dt="2026-01-14T23:41:19.629" v="102" actId="20577"/>
        <pc:sldMasterMkLst>
          <pc:docMk/>
          <pc:sldMasterMk cId="2024080141" sldId="2147483663"/>
        </pc:sldMasterMkLst>
        <pc:spChg chg="mod">
          <ac:chgData name="Aucoin, Shannon" userId="3f4e7fc1-6c2e-4059-b6c3-22af03bf749a" providerId="ADAL" clId="{E0921B5F-CAE8-4497-A9EF-24510461A92C}" dt="2026-01-14T23:40:53.303" v="90" actId="20577"/>
          <ac:spMkLst>
            <pc:docMk/>
            <pc:sldMasterMk cId="2024080141" sldId="2147483663"/>
            <ac:spMk id="8" creationId="{00000000-0000-0000-0000-000000000000}"/>
          </ac:spMkLst>
        </pc:spChg>
        <pc:sldLayoutChg chg="modSp mod">
          <pc:chgData name="Aucoin, Shannon" userId="3f4e7fc1-6c2e-4059-b6c3-22af03bf749a" providerId="ADAL" clId="{E0921B5F-CAE8-4497-A9EF-24510461A92C}" dt="2026-01-14T23:41:02.109" v="94" actId="20577"/>
          <pc:sldLayoutMkLst>
            <pc:docMk/>
            <pc:sldMasterMk cId="2024080141" sldId="2147483663"/>
            <pc:sldLayoutMk cId="3046727519" sldId="2147483664"/>
          </pc:sldLayoutMkLst>
          <pc:spChg chg="mod">
            <ac:chgData name="Aucoin, Shannon" userId="3f4e7fc1-6c2e-4059-b6c3-22af03bf749a" providerId="ADAL" clId="{E0921B5F-CAE8-4497-A9EF-24510461A92C}" dt="2026-01-14T23:41:02.109" v="94" actId="20577"/>
            <ac:spMkLst>
              <pc:docMk/>
              <pc:sldMasterMk cId="2024080141" sldId="2147483663"/>
              <pc:sldLayoutMk cId="3046727519" sldId="2147483664"/>
              <ac:spMk id="5" creationId="{00000000-0000-0000-0000-000000000000}"/>
            </ac:spMkLst>
          </pc:spChg>
        </pc:sldLayoutChg>
        <pc:sldLayoutChg chg="modSp mod">
          <pc:chgData name="Aucoin, Shannon" userId="3f4e7fc1-6c2e-4059-b6c3-22af03bf749a" providerId="ADAL" clId="{E0921B5F-CAE8-4497-A9EF-24510461A92C}" dt="2026-01-14T23:41:11.287" v="98" actId="20577"/>
          <pc:sldLayoutMkLst>
            <pc:docMk/>
            <pc:sldMasterMk cId="2024080141" sldId="2147483663"/>
            <pc:sldLayoutMk cId="2600461" sldId="2147483674"/>
          </pc:sldLayoutMkLst>
          <pc:spChg chg="mod">
            <ac:chgData name="Aucoin, Shannon" userId="3f4e7fc1-6c2e-4059-b6c3-22af03bf749a" providerId="ADAL" clId="{E0921B5F-CAE8-4497-A9EF-24510461A92C}" dt="2026-01-14T23:41:11.287" v="98" actId="20577"/>
            <ac:spMkLst>
              <pc:docMk/>
              <pc:sldMasterMk cId="2024080141" sldId="2147483663"/>
              <pc:sldLayoutMk cId="2600461" sldId="2147483674"/>
              <ac:spMk id="5" creationId="{00000000-0000-0000-0000-000000000000}"/>
            </ac:spMkLst>
          </pc:spChg>
        </pc:sldLayoutChg>
        <pc:sldLayoutChg chg="modSp mod">
          <pc:chgData name="Aucoin, Shannon" userId="3f4e7fc1-6c2e-4059-b6c3-22af03bf749a" providerId="ADAL" clId="{E0921B5F-CAE8-4497-A9EF-24510461A92C}" dt="2026-01-14T23:41:19.629" v="102" actId="20577"/>
          <pc:sldLayoutMkLst>
            <pc:docMk/>
            <pc:sldMasterMk cId="2024080141" sldId="2147483663"/>
            <pc:sldLayoutMk cId="2883470419" sldId="2147483682"/>
          </pc:sldLayoutMkLst>
          <pc:spChg chg="mod">
            <ac:chgData name="Aucoin, Shannon" userId="3f4e7fc1-6c2e-4059-b6c3-22af03bf749a" providerId="ADAL" clId="{E0921B5F-CAE8-4497-A9EF-24510461A92C}" dt="2026-01-14T23:41:19.629" v="102" actId="20577"/>
            <ac:spMkLst>
              <pc:docMk/>
              <pc:sldMasterMk cId="2024080141" sldId="2147483663"/>
              <pc:sldLayoutMk cId="2883470419" sldId="2147483682"/>
              <ac:spMk id="5" creationId="{00000000-0000-0000-0000-000000000000}"/>
            </ac:spMkLst>
          </pc:spChg>
        </pc:sldLayoutChg>
      </pc:sldMasterChg>
      <pc:sldMasterChg chg="modSp mod modSldLayout">
        <pc:chgData name="Aucoin, Shannon" userId="3f4e7fc1-6c2e-4059-b6c3-22af03bf749a" providerId="ADAL" clId="{E0921B5F-CAE8-4497-A9EF-24510461A92C}" dt="2026-01-14T23:41:34.108" v="110" actId="20577"/>
        <pc:sldMasterMkLst>
          <pc:docMk/>
          <pc:sldMasterMk cId="3318089468" sldId="2147483665"/>
        </pc:sldMasterMkLst>
        <pc:spChg chg="mod">
          <ac:chgData name="Aucoin, Shannon" userId="3f4e7fc1-6c2e-4059-b6c3-22af03bf749a" providerId="ADAL" clId="{E0921B5F-CAE8-4497-A9EF-24510461A92C}" dt="2026-01-14T23:41:25.957" v="106" actId="20577"/>
          <ac:spMkLst>
            <pc:docMk/>
            <pc:sldMasterMk cId="3318089468" sldId="2147483665"/>
            <ac:spMk id="5" creationId="{00000000-0000-0000-0000-000000000000}"/>
          </ac:spMkLst>
        </pc:spChg>
        <pc:sldLayoutChg chg="modSp mod">
          <pc:chgData name="Aucoin, Shannon" userId="3f4e7fc1-6c2e-4059-b6c3-22af03bf749a" providerId="ADAL" clId="{E0921B5F-CAE8-4497-A9EF-24510461A92C}" dt="2026-01-14T23:41:34.108" v="110" actId="20577"/>
          <pc:sldLayoutMkLst>
            <pc:docMk/>
            <pc:sldMasterMk cId="3318089468" sldId="2147483665"/>
            <pc:sldLayoutMk cId="299757779" sldId="2147483666"/>
          </pc:sldLayoutMkLst>
          <pc:spChg chg="mod">
            <ac:chgData name="Aucoin, Shannon" userId="3f4e7fc1-6c2e-4059-b6c3-22af03bf749a" providerId="ADAL" clId="{E0921B5F-CAE8-4497-A9EF-24510461A92C}" dt="2026-01-14T23:41:34.108" v="110" actId="20577"/>
            <ac:spMkLst>
              <pc:docMk/>
              <pc:sldMasterMk cId="3318089468" sldId="2147483665"/>
              <pc:sldLayoutMk cId="299757779" sldId="2147483666"/>
              <ac:spMk id="5" creationId="{00000000-0000-0000-0000-000000000000}"/>
            </ac:spMkLst>
          </pc:spChg>
        </pc:sldLayoutChg>
      </pc:sldMasterChg>
      <pc:sldMasterChg chg="modSp mod modSldLayout">
        <pc:chgData name="Aucoin, Shannon" userId="3f4e7fc1-6c2e-4059-b6c3-22af03bf749a" providerId="ADAL" clId="{E0921B5F-CAE8-4497-A9EF-24510461A92C}" dt="2026-01-14T23:41:48.408" v="118" actId="20577"/>
        <pc:sldMasterMkLst>
          <pc:docMk/>
          <pc:sldMasterMk cId="1738036896" sldId="2147483668"/>
        </pc:sldMasterMkLst>
        <pc:spChg chg="mod">
          <ac:chgData name="Aucoin, Shannon" userId="3f4e7fc1-6c2e-4059-b6c3-22af03bf749a" providerId="ADAL" clId="{E0921B5F-CAE8-4497-A9EF-24510461A92C}" dt="2026-01-14T23:41:41.685" v="114" actId="20577"/>
          <ac:spMkLst>
            <pc:docMk/>
            <pc:sldMasterMk cId="1738036896" sldId="2147483668"/>
            <ac:spMk id="5" creationId="{00000000-0000-0000-0000-000000000000}"/>
          </ac:spMkLst>
        </pc:spChg>
        <pc:sldLayoutChg chg="modSp mod">
          <pc:chgData name="Aucoin, Shannon" userId="3f4e7fc1-6c2e-4059-b6c3-22af03bf749a" providerId="ADAL" clId="{E0921B5F-CAE8-4497-A9EF-24510461A92C}" dt="2026-01-14T23:41:48.408" v="118" actId="20577"/>
          <pc:sldLayoutMkLst>
            <pc:docMk/>
            <pc:sldMasterMk cId="1738036896" sldId="2147483668"/>
            <pc:sldLayoutMk cId="218884959" sldId="2147483669"/>
          </pc:sldLayoutMkLst>
          <pc:spChg chg="mod">
            <ac:chgData name="Aucoin, Shannon" userId="3f4e7fc1-6c2e-4059-b6c3-22af03bf749a" providerId="ADAL" clId="{E0921B5F-CAE8-4497-A9EF-24510461A92C}" dt="2026-01-14T23:41:48.408" v="118" actId="20577"/>
            <ac:spMkLst>
              <pc:docMk/>
              <pc:sldMasterMk cId="1738036896" sldId="2147483668"/>
              <pc:sldLayoutMk cId="218884959" sldId="2147483669"/>
              <ac:spMk id="5" creationId="{00000000-0000-0000-0000-000000000000}"/>
            </ac:spMkLst>
          </pc:spChg>
        </pc:sldLayoutChg>
      </pc:sldMasterChg>
      <pc:sldMasterChg chg="modSp mod modSldLayout">
        <pc:chgData name="Aucoin, Shannon" userId="3f4e7fc1-6c2e-4059-b6c3-22af03bf749a" providerId="ADAL" clId="{E0921B5F-CAE8-4497-A9EF-24510461A92C}" dt="2026-01-14T23:43:08.848" v="144" actId="14100"/>
        <pc:sldMasterMkLst>
          <pc:docMk/>
          <pc:sldMasterMk cId="1007448745" sldId="2147483670"/>
        </pc:sldMasterMkLst>
        <pc:spChg chg="mod">
          <ac:chgData name="Aucoin, Shannon" userId="3f4e7fc1-6c2e-4059-b6c3-22af03bf749a" providerId="ADAL" clId="{E0921B5F-CAE8-4497-A9EF-24510461A92C}" dt="2026-01-14T23:42:56.052" v="142" actId="20577"/>
          <ac:spMkLst>
            <pc:docMk/>
            <pc:sldMasterMk cId="1007448745" sldId="2147483670"/>
            <ac:spMk id="9" creationId="{00000000-0000-0000-0000-000000000000}"/>
          </ac:spMkLst>
        </pc:spChg>
        <pc:spChg chg="mod">
          <ac:chgData name="Aucoin, Shannon" userId="3f4e7fc1-6c2e-4059-b6c3-22af03bf749a" providerId="ADAL" clId="{E0921B5F-CAE8-4497-A9EF-24510461A92C}" dt="2026-01-14T23:43:03.622" v="143" actId="14100"/>
          <ac:spMkLst>
            <pc:docMk/>
            <pc:sldMasterMk cId="1007448745" sldId="2147483670"/>
            <ac:spMk id="6150" creationId="{00000000-0000-0000-0000-000000000000}"/>
          </ac:spMkLst>
        </pc:spChg>
        <pc:sldLayoutChg chg="modSp">
          <pc:chgData name="Aucoin, Shannon" userId="3f4e7fc1-6c2e-4059-b6c3-22af03bf749a" providerId="ADAL" clId="{E0921B5F-CAE8-4497-A9EF-24510461A92C}" dt="2026-01-14T23:43:08.848" v="144" actId="14100"/>
          <pc:sldLayoutMkLst>
            <pc:docMk/>
            <pc:sldMasterMk cId="1007448745" sldId="2147483670"/>
            <pc:sldLayoutMk cId="2642464638" sldId="2147483671"/>
          </pc:sldLayoutMkLst>
          <pc:spChg chg="mod">
            <ac:chgData name="Aucoin, Shannon" userId="3f4e7fc1-6c2e-4059-b6c3-22af03bf749a" providerId="ADAL" clId="{E0921B5F-CAE8-4497-A9EF-24510461A92C}" dt="2026-01-14T23:43:08.848" v="144" actId="14100"/>
            <ac:spMkLst>
              <pc:docMk/>
              <pc:sldMasterMk cId="1007448745" sldId="2147483670"/>
              <pc:sldLayoutMk cId="2642464638" sldId="2147483671"/>
              <ac:spMk id="3" creationId="{00000000-0000-0000-0000-000000000000}"/>
            </ac:spMkLst>
          </pc:spChg>
        </pc:sldLayoutChg>
      </pc:sldMasterChg>
      <pc:sldMasterChg chg="modSp mod">
        <pc:chgData name="Aucoin, Shannon" userId="3f4e7fc1-6c2e-4059-b6c3-22af03bf749a" providerId="ADAL" clId="{E0921B5F-CAE8-4497-A9EF-24510461A92C}" dt="2026-01-14T23:43:38.715" v="156" actId="20577"/>
        <pc:sldMasterMkLst>
          <pc:docMk/>
          <pc:sldMasterMk cId="3578277993" sldId="2147483672"/>
        </pc:sldMasterMkLst>
        <pc:spChg chg="mod">
          <ac:chgData name="Aucoin, Shannon" userId="3f4e7fc1-6c2e-4059-b6c3-22af03bf749a" providerId="ADAL" clId="{E0921B5F-CAE8-4497-A9EF-24510461A92C}" dt="2026-01-14T23:43:38.715" v="156" actId="20577"/>
          <ac:spMkLst>
            <pc:docMk/>
            <pc:sldMasterMk cId="3578277993" sldId="2147483672"/>
            <ac:spMk id="15" creationId="{00000000-0000-0000-0000-000000000000}"/>
          </ac:spMkLst>
        </pc:spChg>
      </pc:sldMasterChg>
      <pc:sldMasterChg chg="modSp mod">
        <pc:chgData name="Aucoin, Shannon" userId="3f4e7fc1-6c2e-4059-b6c3-22af03bf749a" providerId="ADAL" clId="{E0921B5F-CAE8-4497-A9EF-24510461A92C}" dt="2026-01-14T23:43:29.610" v="152" actId="20577"/>
        <pc:sldMasterMkLst>
          <pc:docMk/>
          <pc:sldMasterMk cId="540183629" sldId="2147483675"/>
        </pc:sldMasterMkLst>
        <pc:spChg chg="mod">
          <ac:chgData name="Aucoin, Shannon" userId="3f4e7fc1-6c2e-4059-b6c3-22af03bf749a" providerId="ADAL" clId="{E0921B5F-CAE8-4497-A9EF-24510461A92C}" dt="2026-01-14T23:43:29.610" v="152" actId="20577"/>
          <ac:spMkLst>
            <pc:docMk/>
            <pc:sldMasterMk cId="540183629" sldId="2147483675"/>
            <ac:spMk id="11" creationId="{00000000-0000-0000-0000-000000000000}"/>
          </ac:spMkLst>
        </pc:spChg>
      </pc:sldMasterChg>
      <pc:sldMasterChg chg="modSp mod modSldLayout">
        <pc:chgData name="Aucoin, Shannon" userId="3f4e7fc1-6c2e-4059-b6c3-22af03bf749a" providerId="ADAL" clId="{E0921B5F-CAE8-4497-A9EF-24510461A92C}" dt="2026-01-14T23:42:29.163" v="138" actId="20577"/>
        <pc:sldMasterMkLst>
          <pc:docMk/>
          <pc:sldMasterMk cId="4257325678" sldId="2147483678"/>
        </pc:sldMasterMkLst>
        <pc:spChg chg="mod">
          <ac:chgData name="Aucoin, Shannon" userId="3f4e7fc1-6c2e-4059-b6c3-22af03bf749a" providerId="ADAL" clId="{E0921B5F-CAE8-4497-A9EF-24510461A92C}" dt="2026-01-14T23:41:58.301" v="122" actId="20577"/>
          <ac:spMkLst>
            <pc:docMk/>
            <pc:sldMasterMk cId="4257325678" sldId="2147483678"/>
            <ac:spMk id="5" creationId="{00000000-0000-0000-0000-000000000000}"/>
          </ac:spMkLst>
        </pc:spChg>
        <pc:sldLayoutChg chg="modSp mod">
          <pc:chgData name="Aucoin, Shannon" userId="3f4e7fc1-6c2e-4059-b6c3-22af03bf749a" providerId="ADAL" clId="{E0921B5F-CAE8-4497-A9EF-24510461A92C}" dt="2026-01-14T23:42:04.821" v="126" actId="20577"/>
          <pc:sldLayoutMkLst>
            <pc:docMk/>
            <pc:sldMasterMk cId="4257325678" sldId="2147483678"/>
            <pc:sldLayoutMk cId="2675696269" sldId="2147483679"/>
          </pc:sldLayoutMkLst>
          <pc:spChg chg="mod">
            <ac:chgData name="Aucoin, Shannon" userId="3f4e7fc1-6c2e-4059-b6c3-22af03bf749a" providerId="ADAL" clId="{E0921B5F-CAE8-4497-A9EF-24510461A92C}" dt="2026-01-14T23:42:04.821" v="126" actId="20577"/>
            <ac:spMkLst>
              <pc:docMk/>
              <pc:sldMasterMk cId="4257325678" sldId="2147483678"/>
              <pc:sldLayoutMk cId="2675696269" sldId="2147483679"/>
              <ac:spMk id="5" creationId="{00000000-0000-0000-0000-000000000000}"/>
            </ac:spMkLst>
          </pc:spChg>
        </pc:sldLayoutChg>
        <pc:sldLayoutChg chg="modSp mod">
          <pc:chgData name="Aucoin, Shannon" userId="3f4e7fc1-6c2e-4059-b6c3-22af03bf749a" providerId="ADAL" clId="{E0921B5F-CAE8-4497-A9EF-24510461A92C}" dt="2026-01-14T23:42:12.037" v="130" actId="20577"/>
          <pc:sldLayoutMkLst>
            <pc:docMk/>
            <pc:sldMasterMk cId="4257325678" sldId="2147483678"/>
            <pc:sldLayoutMk cId="3073273316" sldId="2147483686"/>
          </pc:sldLayoutMkLst>
          <pc:spChg chg="mod">
            <ac:chgData name="Aucoin, Shannon" userId="3f4e7fc1-6c2e-4059-b6c3-22af03bf749a" providerId="ADAL" clId="{E0921B5F-CAE8-4497-A9EF-24510461A92C}" dt="2026-01-14T23:42:12.037" v="130" actId="20577"/>
            <ac:spMkLst>
              <pc:docMk/>
              <pc:sldMasterMk cId="4257325678" sldId="2147483678"/>
              <pc:sldLayoutMk cId="3073273316" sldId="2147483686"/>
              <ac:spMk id="7" creationId="{00000000-0000-0000-0000-000000000000}"/>
            </ac:spMkLst>
          </pc:spChg>
        </pc:sldLayoutChg>
        <pc:sldLayoutChg chg="modSp mod">
          <pc:chgData name="Aucoin, Shannon" userId="3f4e7fc1-6c2e-4059-b6c3-22af03bf749a" providerId="ADAL" clId="{E0921B5F-CAE8-4497-A9EF-24510461A92C}" dt="2026-01-14T23:42:18.988" v="134" actId="20577"/>
          <pc:sldLayoutMkLst>
            <pc:docMk/>
            <pc:sldMasterMk cId="4257325678" sldId="2147483678"/>
            <pc:sldLayoutMk cId="1968748512" sldId="2147483688"/>
          </pc:sldLayoutMkLst>
          <pc:spChg chg="mod">
            <ac:chgData name="Aucoin, Shannon" userId="3f4e7fc1-6c2e-4059-b6c3-22af03bf749a" providerId="ADAL" clId="{E0921B5F-CAE8-4497-A9EF-24510461A92C}" dt="2026-01-14T23:42:18.988" v="134" actId="20577"/>
            <ac:spMkLst>
              <pc:docMk/>
              <pc:sldMasterMk cId="4257325678" sldId="2147483678"/>
              <pc:sldLayoutMk cId="1968748512" sldId="2147483688"/>
              <ac:spMk id="7" creationId="{00000000-0000-0000-0000-000000000000}"/>
            </ac:spMkLst>
          </pc:spChg>
        </pc:sldLayoutChg>
        <pc:sldLayoutChg chg="modSp mod">
          <pc:chgData name="Aucoin, Shannon" userId="3f4e7fc1-6c2e-4059-b6c3-22af03bf749a" providerId="ADAL" clId="{E0921B5F-CAE8-4497-A9EF-24510461A92C}" dt="2026-01-14T23:42:29.163" v="138" actId="20577"/>
          <pc:sldLayoutMkLst>
            <pc:docMk/>
            <pc:sldMasterMk cId="4257325678" sldId="2147483678"/>
            <pc:sldLayoutMk cId="2690276313" sldId="2147483690"/>
          </pc:sldLayoutMkLst>
          <pc:spChg chg="mod">
            <ac:chgData name="Aucoin, Shannon" userId="3f4e7fc1-6c2e-4059-b6c3-22af03bf749a" providerId="ADAL" clId="{E0921B5F-CAE8-4497-A9EF-24510461A92C}" dt="2026-01-14T23:42:29.163" v="138" actId="20577"/>
            <ac:spMkLst>
              <pc:docMk/>
              <pc:sldMasterMk cId="4257325678" sldId="2147483678"/>
              <pc:sldLayoutMk cId="2690276313" sldId="2147483690"/>
              <ac:spMk id="7" creationId="{00000000-0000-0000-0000-000000000000}"/>
            </ac:spMkLst>
          </pc:spChg>
        </pc:sldLayoutChg>
      </pc:sldMasterChg>
      <pc:sldMasterChg chg="modSp mod modSldLayout">
        <pc:chgData name="Aucoin, Shannon" userId="3f4e7fc1-6c2e-4059-b6c3-22af03bf749a" providerId="ADAL" clId="{E0921B5F-CAE8-4497-A9EF-24510461A92C}" dt="2026-01-14T23:43:53.303" v="157" actId="20577"/>
        <pc:sldMasterMkLst>
          <pc:docMk/>
          <pc:sldMasterMk cId="977070386" sldId="2147483680"/>
        </pc:sldMasterMkLst>
        <pc:spChg chg="mod">
          <ac:chgData name="Aucoin, Shannon" userId="3f4e7fc1-6c2e-4059-b6c3-22af03bf749a" providerId="ADAL" clId="{E0921B5F-CAE8-4497-A9EF-24510461A92C}" dt="2026-01-14T23:40:25.381" v="79" actId="20577"/>
          <ac:spMkLst>
            <pc:docMk/>
            <pc:sldMasterMk cId="977070386" sldId="2147483680"/>
            <ac:spMk id="12" creationId="{00000000-0000-0000-0000-000000000000}"/>
          </ac:spMkLst>
        </pc:spChg>
        <pc:sldLayoutChg chg="modSp mod">
          <pc:chgData name="Aucoin, Shannon" userId="3f4e7fc1-6c2e-4059-b6c3-22af03bf749a" providerId="ADAL" clId="{E0921B5F-CAE8-4497-A9EF-24510461A92C}" dt="2026-01-14T23:40:33.537" v="83" actId="20577"/>
          <pc:sldLayoutMkLst>
            <pc:docMk/>
            <pc:sldMasterMk cId="977070386" sldId="2147483680"/>
            <pc:sldLayoutMk cId="1318641172" sldId="2147483681"/>
          </pc:sldLayoutMkLst>
          <pc:spChg chg="mod">
            <ac:chgData name="Aucoin, Shannon" userId="3f4e7fc1-6c2e-4059-b6c3-22af03bf749a" providerId="ADAL" clId="{E0921B5F-CAE8-4497-A9EF-24510461A92C}" dt="2026-01-14T23:40:33.537" v="83" actId="20577"/>
            <ac:spMkLst>
              <pc:docMk/>
              <pc:sldMasterMk cId="977070386" sldId="2147483680"/>
              <pc:sldLayoutMk cId="1318641172" sldId="2147483681"/>
              <ac:spMk id="7" creationId="{00000000-0000-0000-0000-000000000000}"/>
            </ac:spMkLst>
          </pc:spChg>
        </pc:sldLayoutChg>
        <pc:sldLayoutChg chg="modSp mod">
          <pc:chgData name="Aucoin, Shannon" userId="3f4e7fc1-6c2e-4059-b6c3-22af03bf749a" providerId="ADAL" clId="{E0921B5F-CAE8-4497-A9EF-24510461A92C}" dt="2026-01-14T23:43:53.303" v="157" actId="20577"/>
          <pc:sldLayoutMkLst>
            <pc:docMk/>
            <pc:sldMasterMk cId="977070386" sldId="2147483680"/>
            <pc:sldLayoutMk cId="3560448305" sldId="2147483683"/>
          </pc:sldLayoutMkLst>
          <pc:spChg chg="mod">
            <ac:chgData name="Aucoin, Shannon" userId="3f4e7fc1-6c2e-4059-b6c3-22af03bf749a" providerId="ADAL" clId="{E0921B5F-CAE8-4497-A9EF-24510461A92C}" dt="2026-01-14T23:43:53.303" v="157" actId="20577"/>
            <ac:spMkLst>
              <pc:docMk/>
              <pc:sldMasterMk cId="977070386" sldId="2147483680"/>
              <pc:sldLayoutMk cId="3560448305" sldId="2147483683"/>
              <ac:spMk id="6" creationId="{00000000-0000-0000-0000-000000000000}"/>
            </ac:spMkLst>
          </pc:spChg>
        </pc:sldLayoutChg>
      </pc:sldMasterChg>
      <pc:sldMasterChg chg="modSp mod">
        <pc:chgData name="Aucoin, Shannon" userId="3f4e7fc1-6c2e-4059-b6c3-22af03bf749a" providerId="ADAL" clId="{E0921B5F-CAE8-4497-A9EF-24510461A92C}" dt="2026-01-14T23:43:17.058" v="148" actId="20577"/>
        <pc:sldMasterMkLst>
          <pc:docMk/>
          <pc:sldMasterMk cId="3728541375" sldId="2147483684"/>
        </pc:sldMasterMkLst>
        <pc:spChg chg="mod">
          <ac:chgData name="Aucoin, Shannon" userId="3f4e7fc1-6c2e-4059-b6c3-22af03bf749a" providerId="ADAL" clId="{E0921B5F-CAE8-4497-A9EF-24510461A92C}" dt="2026-01-14T23:43:17.058" v="148" actId="20577"/>
          <ac:spMkLst>
            <pc:docMk/>
            <pc:sldMasterMk cId="3728541375" sldId="2147483684"/>
            <ac:spMk id="11" creationId="{00000000-0000-0000-0000-000000000000}"/>
          </ac:spMkLst>
        </pc:sp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12.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0060"/>
          </a:xfrm>
          <a:prstGeom prst="rect">
            <a:avLst/>
          </a:prstGeom>
        </p:spPr>
        <p:txBody>
          <a:bodyPr vert="horz" lIns="96653" tIns="48327" rIns="96653" bIns="48327" rtlCol="0"/>
          <a:lstStyle>
            <a:lvl1pPr algn="l">
              <a:defRPr sz="1200"/>
            </a:lvl1pPr>
          </a:lstStyle>
          <a:p>
            <a:endParaRPr lang="en-US"/>
          </a:p>
        </p:txBody>
      </p:sp>
      <p:sp>
        <p:nvSpPr>
          <p:cNvPr id="3" name="Date Placeholder 2"/>
          <p:cNvSpPr>
            <a:spLocks noGrp="1"/>
          </p:cNvSpPr>
          <p:nvPr>
            <p:ph type="dt" sz="quarter" idx="1"/>
          </p:nvPr>
        </p:nvSpPr>
        <p:spPr>
          <a:xfrm>
            <a:off x="4143587" y="0"/>
            <a:ext cx="3169920" cy="480060"/>
          </a:xfrm>
          <a:prstGeom prst="rect">
            <a:avLst/>
          </a:prstGeom>
        </p:spPr>
        <p:txBody>
          <a:bodyPr vert="horz" lIns="96653" tIns="48327" rIns="96653" bIns="48327" rtlCol="0"/>
          <a:lstStyle>
            <a:lvl1pPr algn="r">
              <a:defRPr sz="1200"/>
            </a:lvl1pPr>
          </a:lstStyle>
          <a:p>
            <a:fld id="{9CBA0846-EC1A-40DB-8F81-96AE9A64BBB3}" type="datetimeFigureOut">
              <a:rPr lang="en-US" smtClean="0"/>
              <a:t>1/20/2026</a:t>
            </a:fld>
            <a:endParaRPr lang="en-US"/>
          </a:p>
        </p:txBody>
      </p:sp>
      <p:sp>
        <p:nvSpPr>
          <p:cNvPr id="4" name="Footer Placeholder 3"/>
          <p:cNvSpPr>
            <a:spLocks noGrp="1"/>
          </p:cNvSpPr>
          <p:nvPr>
            <p:ph type="ftr" sz="quarter" idx="2"/>
          </p:nvPr>
        </p:nvSpPr>
        <p:spPr>
          <a:xfrm>
            <a:off x="0" y="9119474"/>
            <a:ext cx="3169920" cy="480060"/>
          </a:xfrm>
          <a:prstGeom prst="rect">
            <a:avLst/>
          </a:prstGeom>
        </p:spPr>
        <p:txBody>
          <a:bodyPr vert="horz" lIns="96653" tIns="48327" rIns="96653" bIns="48327" rtlCol="0" anchor="b"/>
          <a:lstStyle>
            <a:lvl1pPr algn="l">
              <a:defRPr sz="1200"/>
            </a:lvl1pPr>
          </a:lstStyle>
          <a:p>
            <a:endParaRPr lang="en-US"/>
          </a:p>
        </p:txBody>
      </p:sp>
      <p:sp>
        <p:nvSpPr>
          <p:cNvPr id="5" name="Slide Number Placeholder 4"/>
          <p:cNvSpPr>
            <a:spLocks noGrp="1"/>
          </p:cNvSpPr>
          <p:nvPr>
            <p:ph type="sldNum" sz="quarter" idx="3"/>
          </p:nvPr>
        </p:nvSpPr>
        <p:spPr>
          <a:xfrm>
            <a:off x="4143587" y="9119474"/>
            <a:ext cx="3169920" cy="480060"/>
          </a:xfrm>
          <a:prstGeom prst="rect">
            <a:avLst/>
          </a:prstGeom>
        </p:spPr>
        <p:txBody>
          <a:bodyPr vert="horz" lIns="96653" tIns="48327" rIns="96653" bIns="48327" rtlCol="0" anchor="b"/>
          <a:lstStyle>
            <a:lvl1pPr algn="r">
              <a:defRPr sz="1200"/>
            </a:lvl1pPr>
          </a:lstStyle>
          <a:p>
            <a:fld id="{C3CE0DA8-8A21-4DAB-8D09-F8325147C991}" type="slidenum">
              <a:rPr lang="en-US" smtClean="0"/>
              <a:t>‹#›</a:t>
            </a:fld>
            <a:endParaRPr lang="en-US"/>
          </a:p>
        </p:txBody>
      </p:sp>
    </p:spTree>
    <p:extLst>
      <p:ext uri="{BB962C8B-B14F-4D97-AF65-F5344CB8AC3E}">
        <p14:creationId xmlns:p14="http://schemas.microsoft.com/office/powerpoint/2010/main" val="402668947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1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0060"/>
          </a:xfrm>
          <a:prstGeom prst="rect">
            <a:avLst/>
          </a:prstGeom>
        </p:spPr>
        <p:txBody>
          <a:bodyPr vert="horz" lIns="96653" tIns="48327" rIns="96653" bIns="48327" rtlCol="0"/>
          <a:lstStyle>
            <a:lvl1pPr algn="l">
              <a:defRPr sz="1200"/>
            </a:lvl1pPr>
          </a:lstStyle>
          <a:p>
            <a:endParaRPr lang="en-US"/>
          </a:p>
        </p:txBody>
      </p:sp>
      <p:sp>
        <p:nvSpPr>
          <p:cNvPr id="3" name="Date Placeholder 2"/>
          <p:cNvSpPr>
            <a:spLocks noGrp="1"/>
          </p:cNvSpPr>
          <p:nvPr>
            <p:ph type="dt" idx="1"/>
          </p:nvPr>
        </p:nvSpPr>
        <p:spPr>
          <a:xfrm>
            <a:off x="4143587" y="0"/>
            <a:ext cx="3169920" cy="480060"/>
          </a:xfrm>
          <a:prstGeom prst="rect">
            <a:avLst/>
          </a:prstGeom>
        </p:spPr>
        <p:txBody>
          <a:bodyPr vert="horz" lIns="96653" tIns="48327" rIns="96653" bIns="48327" rtlCol="0"/>
          <a:lstStyle>
            <a:lvl1pPr algn="r">
              <a:defRPr sz="1200"/>
            </a:lvl1pPr>
          </a:lstStyle>
          <a:p>
            <a:fld id="{EF5DD168-A957-4784-9C8A-5438585B9AF9}" type="datetimeFigureOut">
              <a:rPr lang="en-US" smtClean="0"/>
              <a:t>1/20/2026</a:t>
            </a:fld>
            <a:endParaRPr lang="en-US"/>
          </a:p>
        </p:txBody>
      </p:sp>
      <p:sp>
        <p:nvSpPr>
          <p:cNvPr id="4" name="Slide Image Placeholder 3"/>
          <p:cNvSpPr>
            <a:spLocks noGrp="1" noRot="1" noChangeAspect="1"/>
          </p:cNvSpPr>
          <p:nvPr>
            <p:ph type="sldImg" idx="2"/>
          </p:nvPr>
        </p:nvSpPr>
        <p:spPr>
          <a:xfrm>
            <a:off x="1257300" y="719138"/>
            <a:ext cx="4800600" cy="3600450"/>
          </a:xfrm>
          <a:prstGeom prst="rect">
            <a:avLst/>
          </a:prstGeom>
          <a:noFill/>
          <a:ln w="12700">
            <a:solidFill>
              <a:prstClr val="black"/>
            </a:solidFill>
          </a:ln>
        </p:spPr>
        <p:txBody>
          <a:bodyPr vert="horz" lIns="96653" tIns="48327" rIns="96653" bIns="48327" rtlCol="0" anchor="ctr"/>
          <a:lstStyle/>
          <a:p>
            <a:endParaRPr lang="en-US"/>
          </a:p>
        </p:txBody>
      </p:sp>
      <p:sp>
        <p:nvSpPr>
          <p:cNvPr id="5" name="Notes Placeholder 4"/>
          <p:cNvSpPr>
            <a:spLocks noGrp="1"/>
          </p:cNvSpPr>
          <p:nvPr>
            <p:ph type="body" sz="quarter" idx="3"/>
          </p:nvPr>
        </p:nvSpPr>
        <p:spPr>
          <a:xfrm>
            <a:off x="731520" y="4560570"/>
            <a:ext cx="5852160" cy="4320540"/>
          </a:xfrm>
          <a:prstGeom prst="rect">
            <a:avLst/>
          </a:prstGeom>
        </p:spPr>
        <p:txBody>
          <a:bodyPr vert="horz" lIns="96653" tIns="48327" rIns="96653" bIns="48327"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9119474"/>
            <a:ext cx="3169920" cy="480060"/>
          </a:xfrm>
          <a:prstGeom prst="rect">
            <a:avLst/>
          </a:prstGeom>
        </p:spPr>
        <p:txBody>
          <a:bodyPr vert="horz" lIns="96653" tIns="48327" rIns="96653" bIns="48327" rtlCol="0" anchor="b"/>
          <a:lstStyle>
            <a:lvl1pPr algn="l">
              <a:defRPr sz="1200"/>
            </a:lvl1pPr>
          </a:lstStyle>
          <a:p>
            <a:endParaRPr lang="en-US"/>
          </a:p>
        </p:txBody>
      </p:sp>
      <p:sp>
        <p:nvSpPr>
          <p:cNvPr id="7" name="Slide Number Placeholder 6"/>
          <p:cNvSpPr>
            <a:spLocks noGrp="1"/>
          </p:cNvSpPr>
          <p:nvPr>
            <p:ph type="sldNum" sz="quarter" idx="5"/>
          </p:nvPr>
        </p:nvSpPr>
        <p:spPr>
          <a:xfrm>
            <a:off x="4143587" y="9119474"/>
            <a:ext cx="3169920" cy="480060"/>
          </a:xfrm>
          <a:prstGeom prst="rect">
            <a:avLst/>
          </a:prstGeom>
        </p:spPr>
        <p:txBody>
          <a:bodyPr vert="horz" lIns="96653" tIns="48327" rIns="96653" bIns="48327" rtlCol="0" anchor="b"/>
          <a:lstStyle>
            <a:lvl1pPr algn="r">
              <a:defRPr sz="1200"/>
            </a:lvl1pPr>
          </a:lstStyle>
          <a:p>
            <a:fld id="{2CAF6792-DBE1-4461-97FA-F85A7B48814E}" type="slidenum">
              <a:rPr lang="en-US" smtClean="0"/>
              <a:t>‹#›</a:t>
            </a:fld>
            <a:endParaRPr lang="en-US"/>
          </a:p>
        </p:txBody>
      </p:sp>
    </p:spTree>
    <p:extLst>
      <p:ext uri="{BB962C8B-B14F-4D97-AF65-F5344CB8AC3E}">
        <p14:creationId xmlns:p14="http://schemas.microsoft.com/office/powerpoint/2010/main" val="28157942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731520" y="4560570"/>
            <a:ext cx="6177280" cy="4320540"/>
          </a:xfrm>
        </p:spPr>
        <p:txBody>
          <a:bodyPr/>
          <a:lstStyle/>
          <a:p>
            <a:pPr eaLnBrk="1" hangingPunct="1">
              <a:lnSpc>
                <a:spcPct val="90000"/>
              </a:lnSpc>
              <a:spcBef>
                <a:spcPct val="0"/>
              </a:spcBef>
            </a:pPr>
            <a:r>
              <a:rPr lang="en-US" sz="1200" dirty="0"/>
              <a:t>Dear</a:t>
            </a:r>
            <a:r>
              <a:rPr lang="en-US" sz="1200" baseline="0" dirty="0"/>
              <a:t> Instructor:</a:t>
            </a:r>
          </a:p>
          <a:p>
            <a:pPr eaLnBrk="1" hangingPunct="1">
              <a:lnSpc>
                <a:spcPct val="90000"/>
              </a:lnSpc>
              <a:spcBef>
                <a:spcPct val="0"/>
              </a:spcBef>
            </a:pPr>
            <a:endParaRPr lang="en-US" sz="1200" baseline="0" dirty="0"/>
          </a:p>
          <a:p>
            <a:pPr eaLnBrk="1" hangingPunct="1">
              <a:lnSpc>
                <a:spcPct val="90000"/>
              </a:lnSpc>
              <a:spcBef>
                <a:spcPct val="0"/>
              </a:spcBef>
            </a:pPr>
            <a:r>
              <a:rPr lang="en-US" sz="1200" baseline="0" dirty="0"/>
              <a:t>Thank you for using the </a:t>
            </a:r>
            <a:r>
              <a:rPr lang="en-US" altLang="en-US" sz="1200" dirty="0">
                <a:solidFill>
                  <a:srgbClr val="000000"/>
                </a:solidFill>
              </a:rPr>
              <a:t>Interactive </a:t>
            </a:r>
            <a:r>
              <a:rPr lang="en-US" sz="1200" baseline="0" dirty="0"/>
              <a:t>PowerPoints for Mankiw’s Principles of Economics textbooks.  </a:t>
            </a:r>
          </a:p>
          <a:p>
            <a:pPr eaLnBrk="1" hangingPunct="1">
              <a:lnSpc>
                <a:spcPct val="90000"/>
              </a:lnSpc>
              <a:spcBef>
                <a:spcPct val="0"/>
              </a:spcBef>
            </a:pPr>
            <a:endParaRPr lang="en-US" sz="1200" baseline="0" dirty="0"/>
          </a:p>
          <a:p>
            <a:pPr eaLnBrk="1" hangingPunct="1">
              <a:lnSpc>
                <a:spcPct val="90000"/>
              </a:lnSpc>
              <a:spcBef>
                <a:spcPct val="0"/>
              </a:spcBef>
            </a:pPr>
            <a:r>
              <a:rPr lang="en-US" sz="1200" dirty="0"/>
              <a:t>This area is the “notes” section.</a:t>
            </a:r>
            <a:r>
              <a:rPr lang="en-US" sz="1200" baseline="0" dirty="0"/>
              <a:t>  For many slides, it</a:t>
            </a:r>
            <a:r>
              <a:rPr lang="en-US" sz="1200" dirty="0"/>
              <a:t> includes notes that are visible only to you and will not display during your presentation in class.  In slides with data, tables, or charts, the notes area provides the source information (often a URL or web address to the original data).  In other slides, the notes area provides information that might be helpful when teaching this material, particularly for new instructors and graduate assistant teachers.  </a:t>
            </a:r>
          </a:p>
          <a:p>
            <a:pPr eaLnBrk="1" hangingPunct="1">
              <a:lnSpc>
                <a:spcPct val="90000"/>
              </a:lnSpc>
              <a:spcBef>
                <a:spcPct val="0"/>
              </a:spcBef>
            </a:pPr>
            <a:endParaRPr lang="en-US" sz="1200" dirty="0"/>
          </a:p>
          <a:p>
            <a:pPr eaLnBrk="1" hangingPunct="1">
              <a:lnSpc>
                <a:spcPct val="90000"/>
              </a:lnSpc>
              <a:spcBef>
                <a:spcPct val="0"/>
              </a:spcBef>
            </a:pPr>
            <a:r>
              <a:rPr lang="en-US" sz="1200" dirty="0"/>
              <a:t>Notes about Chapter 1:  </a:t>
            </a:r>
          </a:p>
          <a:p>
            <a:pPr eaLnBrk="1" hangingPunct="1">
              <a:lnSpc>
                <a:spcPct val="90000"/>
              </a:lnSpc>
              <a:spcBef>
                <a:spcPct val="0"/>
              </a:spcBef>
            </a:pPr>
            <a:r>
              <a:rPr lang="en-US" sz="1200" dirty="0"/>
              <a:t>Most instructors try to cover this chapter in a single class session (especially those that are teaching the second of a two-semester sequence).  If you are teaching principles of microeconomics, you might consider skipping Principles 8–10 (slides 28-33), which deal with macroeconomics.  </a:t>
            </a:r>
          </a:p>
          <a:p>
            <a:pPr eaLnBrk="1" hangingPunct="1"/>
            <a:endParaRPr lang="en-US" dirty="0"/>
          </a:p>
        </p:txBody>
      </p:sp>
      <p:sp>
        <p:nvSpPr>
          <p:cNvPr id="4" name="Slide Number Placeholder 3"/>
          <p:cNvSpPr>
            <a:spLocks noGrp="1"/>
          </p:cNvSpPr>
          <p:nvPr>
            <p:ph type="sldNum" sz="quarter" idx="10"/>
          </p:nvPr>
        </p:nvSpPr>
        <p:spPr/>
        <p:txBody>
          <a:bodyPr/>
          <a:lstStyle/>
          <a:p>
            <a:fld id="{2CAF6792-DBE1-4461-97FA-F85A7B48814E}" type="slidenum">
              <a:rPr lang="en-US" smtClean="0"/>
              <a:t>1</a:t>
            </a:fld>
            <a:endParaRPr lang="en-US" dirty="0"/>
          </a:p>
        </p:txBody>
      </p:sp>
    </p:spTree>
    <p:extLst>
      <p:ext uri="{BB962C8B-B14F-4D97-AF65-F5344CB8AC3E}">
        <p14:creationId xmlns:p14="http://schemas.microsoft.com/office/powerpoint/2010/main" val="408867890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Here are the main sections in this chapter: </a:t>
            </a:r>
          </a:p>
          <a:p>
            <a:pPr marL="228600" indent="-228600">
              <a:buAutoNum type="arabicPeriod"/>
            </a:pPr>
            <a:r>
              <a:rPr lang="en-US" dirty="0"/>
              <a:t>How People Make Decisions</a:t>
            </a:r>
          </a:p>
          <a:p>
            <a:pPr marL="228600" indent="-228600">
              <a:buAutoNum type="arabicPeriod"/>
            </a:pPr>
            <a:r>
              <a:rPr lang="en-US" dirty="0"/>
              <a:t>How</a:t>
            </a:r>
            <a:r>
              <a:rPr lang="en-US" baseline="0" dirty="0"/>
              <a:t> People Interact</a:t>
            </a:r>
          </a:p>
          <a:p>
            <a:pPr marL="228600" indent="-228600">
              <a:buAutoNum type="arabicPeriod"/>
            </a:pPr>
            <a:r>
              <a:rPr lang="en-US" baseline="0" dirty="0"/>
              <a:t>How the Economy as a Whole Works</a:t>
            </a:r>
          </a:p>
          <a:p>
            <a:pPr marL="228600" indent="-228600">
              <a:buAutoNum type="arabicPeriod"/>
            </a:pPr>
            <a:r>
              <a:rPr lang="en-US" baseline="0" dirty="0"/>
              <a:t>Conclusion </a:t>
            </a:r>
            <a:endParaRPr lang="en-US" dirty="0"/>
          </a:p>
        </p:txBody>
      </p:sp>
      <p:sp>
        <p:nvSpPr>
          <p:cNvPr id="4" name="Slide Number Placeholder 3"/>
          <p:cNvSpPr>
            <a:spLocks noGrp="1"/>
          </p:cNvSpPr>
          <p:nvPr>
            <p:ph type="sldNum" sz="quarter" idx="10"/>
          </p:nvPr>
        </p:nvSpPr>
        <p:spPr/>
        <p:txBody>
          <a:bodyPr/>
          <a:lstStyle/>
          <a:p>
            <a:fld id="{2CAF6792-DBE1-4461-97FA-F85A7B48814E}" type="slidenum">
              <a:rPr lang="en-US" smtClean="0"/>
              <a:t>2</a:t>
            </a:fld>
            <a:endParaRPr lang="en-US"/>
          </a:p>
        </p:txBody>
      </p:sp>
    </p:spTree>
    <p:extLst>
      <p:ext uri="{BB962C8B-B14F-4D97-AF65-F5344CB8AC3E}">
        <p14:creationId xmlns:p14="http://schemas.microsoft.com/office/powerpoint/2010/main" val="230233466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may want to start with explaining that the word “economics” comes from Greek “</a:t>
            </a:r>
            <a:r>
              <a:rPr lang="en-US" dirty="0" err="1"/>
              <a:t>oikonomos</a:t>
            </a:r>
            <a:r>
              <a:rPr lang="en-US" dirty="0"/>
              <a:t>” = “one who manages</a:t>
            </a:r>
            <a:r>
              <a:rPr lang="en-US" baseline="0" dirty="0"/>
              <a:t> a household.”</a:t>
            </a:r>
          </a:p>
          <a:p>
            <a:endParaRPr lang="en-US" baseline="0" dirty="0"/>
          </a:p>
          <a:p>
            <a:r>
              <a:rPr lang="en-US" baseline="0" dirty="0"/>
              <a:t>Ask your students what kind of decisions households make (answers will vary). Then identify the reason why the household is faced with these decisions (scarcity of money, time, food, etc.). Then ask your students to identify the types of decisions the society has to make and the reasons for those decisions.</a:t>
            </a:r>
          </a:p>
          <a:p>
            <a:endParaRPr lang="en-US" baseline="0" dirty="0"/>
          </a:p>
          <a:p>
            <a:r>
              <a:rPr lang="en-US" baseline="0" dirty="0"/>
              <a:t>Examples of household decisions: Who cleans the house? Who is getting a job? Go out for dinner or cook at home? Who drives the car?</a:t>
            </a:r>
          </a:p>
          <a:p>
            <a:r>
              <a:rPr lang="en-US" baseline="0" dirty="0"/>
              <a:t>A household must allocate its scarce resources (income, time, cars) among alternative uses.</a:t>
            </a:r>
          </a:p>
          <a:p>
            <a:endParaRPr lang="en-US" baseline="0" dirty="0"/>
          </a:p>
          <a:p>
            <a:r>
              <a:rPr lang="en-US" baseline="0" dirty="0"/>
              <a:t>A society faces many decisions: what jobs will be done and who will do them (people to grow food, make clothing, and design software). Once society has allocated people, land, buildings, and machines to various jobs, it must distribute the goods and services they produce. </a:t>
            </a:r>
            <a:endParaRPr lang="en-US" dirty="0"/>
          </a:p>
        </p:txBody>
      </p:sp>
      <p:sp>
        <p:nvSpPr>
          <p:cNvPr id="4" name="Slide Number Placeholder 3"/>
          <p:cNvSpPr>
            <a:spLocks noGrp="1"/>
          </p:cNvSpPr>
          <p:nvPr>
            <p:ph type="sldNum" sz="quarter" idx="10"/>
          </p:nvPr>
        </p:nvSpPr>
        <p:spPr/>
        <p:txBody>
          <a:bodyPr/>
          <a:lstStyle/>
          <a:p>
            <a:fld id="{2CAF6792-DBE1-4461-97FA-F85A7B48814E}" type="slidenum">
              <a:rPr lang="en-US" smtClean="0"/>
              <a:t>3</a:t>
            </a:fld>
            <a:endParaRPr lang="en-US"/>
          </a:p>
        </p:txBody>
      </p:sp>
    </p:spTree>
    <p:extLst>
      <p:ext uri="{BB962C8B-B14F-4D97-AF65-F5344CB8AC3E}">
        <p14:creationId xmlns:p14="http://schemas.microsoft.com/office/powerpoint/2010/main" val="162438070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a:solidFill>
                  <a:schemeClr val="tx1"/>
                </a:solidFill>
                <a:latin typeface="+mn-lt"/>
                <a:ea typeface="+mn-ea"/>
                <a:cs typeface="+mn-cs"/>
              </a:rPr>
              <a:t>In most societies, resources are allocated not by an all-powerful dictator but through the combined choices of millions of households and firms.</a:t>
            </a:r>
          </a:p>
          <a:p>
            <a:endParaRPr lang="en-US" dirty="0"/>
          </a:p>
          <a:p>
            <a:pPr eaLnBrk="1" hangingPunct="1">
              <a:lnSpc>
                <a:spcPct val="90000"/>
              </a:lnSpc>
            </a:pPr>
            <a:r>
              <a:rPr lang="en-US" dirty="0"/>
              <a:t>You might want to elaborate a bit on some of the points made here.  Some examples:</a:t>
            </a:r>
          </a:p>
          <a:p>
            <a:pPr eaLnBrk="1" hangingPunct="1">
              <a:lnSpc>
                <a:spcPct val="90000"/>
              </a:lnSpc>
            </a:pPr>
            <a:endParaRPr lang="en-US" dirty="0"/>
          </a:p>
          <a:p>
            <a:pPr>
              <a:lnSpc>
                <a:spcPct val="90000"/>
              </a:lnSpc>
            </a:pPr>
            <a:r>
              <a:rPr lang="en-US" b="1" dirty="0"/>
              <a:t>“How do people decide how much to work?”  </a:t>
            </a:r>
          </a:p>
          <a:p>
            <a:pPr>
              <a:lnSpc>
                <a:spcPct val="90000"/>
              </a:lnSpc>
            </a:pPr>
            <a:r>
              <a:rPr lang="en-US" dirty="0"/>
              <a:t>Ask your students how they decide how much time to</a:t>
            </a:r>
            <a:r>
              <a:rPr lang="en-US" baseline="0" dirty="0"/>
              <a:t> spend working. Possible answers: d</a:t>
            </a:r>
            <a:r>
              <a:rPr lang="en-US" dirty="0"/>
              <a:t>epends on how many classes they are taking, or the time requirements of the available jobs; depends on the wage (the higher the wage, the more worthwhile to work). </a:t>
            </a:r>
            <a:r>
              <a:rPr lang="en-US" baseline="0" dirty="0"/>
              <a:t>AHA! </a:t>
            </a:r>
            <a:r>
              <a:rPr lang="en-US" dirty="0"/>
              <a:t>Time is a scarce resource: there’s just not enough time to do everything we’d like to do. </a:t>
            </a:r>
          </a:p>
          <a:p>
            <a:pPr>
              <a:lnSpc>
                <a:spcPct val="90000"/>
              </a:lnSpc>
            </a:pPr>
            <a:r>
              <a:rPr lang="en-US" dirty="0"/>
              <a:t>There’s a trade-off:  the more time we spend working, the higher our income, and therefore the more stuff we can buy.  But, the more time we spend working, the less time we have for leisure (hanging out with friends, going hiking, watching movies, etc.). </a:t>
            </a:r>
          </a:p>
          <a:p>
            <a:pPr eaLnBrk="1" hangingPunct="1">
              <a:lnSpc>
                <a:spcPct val="90000"/>
              </a:lnSpc>
            </a:pPr>
            <a:endParaRPr lang="en-US" dirty="0"/>
          </a:p>
          <a:p>
            <a:pPr eaLnBrk="1" hangingPunct="1">
              <a:lnSpc>
                <a:spcPct val="90000"/>
              </a:lnSpc>
            </a:pPr>
            <a:r>
              <a:rPr lang="en-US" b="1" dirty="0"/>
              <a:t>“How do firms decide what kind of labor to hire?”  </a:t>
            </a:r>
          </a:p>
          <a:p>
            <a:pPr eaLnBrk="1" hangingPunct="1">
              <a:lnSpc>
                <a:spcPct val="90000"/>
              </a:lnSpc>
            </a:pPr>
            <a:r>
              <a:rPr lang="en-US" dirty="0"/>
              <a:t>Firms can hire unskilled or skilled workers.  The skilled workers are more productive but cost more than the unskilled workers.  </a:t>
            </a:r>
          </a:p>
          <a:p>
            <a:pPr eaLnBrk="1" hangingPunct="1">
              <a:lnSpc>
                <a:spcPct val="90000"/>
              </a:lnSpc>
            </a:pPr>
            <a:endParaRPr lang="en-US" dirty="0"/>
          </a:p>
          <a:p>
            <a:pPr eaLnBrk="1" hangingPunct="1">
              <a:lnSpc>
                <a:spcPct val="90000"/>
              </a:lnSpc>
            </a:pPr>
            <a:r>
              <a:rPr lang="en-US" b="1" dirty="0"/>
              <a:t>“How do firms decide how much to produce?”   </a:t>
            </a:r>
          </a:p>
          <a:p>
            <a:pPr eaLnBrk="1" hangingPunct="1">
              <a:lnSpc>
                <a:spcPct val="90000"/>
              </a:lnSpc>
            </a:pPr>
            <a:r>
              <a:rPr lang="en-US" dirty="0"/>
              <a:t>Ask your students and see if any of them answer that it depends on the price of the product they sell.  (Probably some will say, “it depends on whether there’s a lot of demand for the product.”  To which you might respond, “and if there’s a lot of demand for the product, what does that mean for the price that firms can get for the product?”)</a:t>
            </a:r>
          </a:p>
        </p:txBody>
      </p:sp>
      <p:sp>
        <p:nvSpPr>
          <p:cNvPr id="4" name="Slide Number Placeholder 3"/>
          <p:cNvSpPr>
            <a:spLocks noGrp="1"/>
          </p:cNvSpPr>
          <p:nvPr>
            <p:ph type="sldNum" sz="quarter" idx="10"/>
          </p:nvPr>
        </p:nvSpPr>
        <p:spPr/>
        <p:txBody>
          <a:bodyPr/>
          <a:lstStyle/>
          <a:p>
            <a:fld id="{2CAF6792-DBE1-4461-97FA-F85A7B48814E}" type="slidenum">
              <a:rPr lang="en-US" smtClean="0"/>
              <a:t>4</a:t>
            </a:fld>
            <a:endParaRPr lang="en-US"/>
          </a:p>
        </p:txBody>
      </p:sp>
    </p:spTree>
    <p:extLst>
      <p:ext uri="{BB962C8B-B14F-4D97-AF65-F5344CB8AC3E}">
        <p14:creationId xmlns:p14="http://schemas.microsoft.com/office/powerpoint/2010/main" val="13400870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66612">
              <a:defRPr/>
            </a:pPr>
            <a:r>
              <a:rPr lang="en-US" dirty="0"/>
              <a:t>An economy is just a group of people dealing with one another as they go about their lives. And the behavior of an economy reflects the behavior of the individuals who make up the economy.</a:t>
            </a:r>
            <a:r>
              <a:rPr lang="en-US" baseline="0" dirty="0"/>
              <a:t> </a:t>
            </a:r>
            <a:endParaRPr lang="en-US" dirty="0"/>
          </a:p>
        </p:txBody>
      </p:sp>
      <p:sp>
        <p:nvSpPr>
          <p:cNvPr id="4" name="Slide Number Placeholder 3"/>
          <p:cNvSpPr>
            <a:spLocks noGrp="1"/>
          </p:cNvSpPr>
          <p:nvPr>
            <p:ph type="sldNum" sz="quarter" idx="10"/>
          </p:nvPr>
        </p:nvSpPr>
        <p:spPr/>
        <p:txBody>
          <a:bodyPr/>
          <a:lstStyle/>
          <a:p>
            <a:fld id="{2CAF6792-DBE1-4461-97FA-F85A7B48814E}" type="slidenum">
              <a:rPr lang="en-US" smtClean="0"/>
              <a:t>5</a:t>
            </a:fld>
            <a:endParaRPr lang="en-US"/>
          </a:p>
        </p:txBody>
      </p:sp>
    </p:spTree>
    <p:extLst>
      <p:ext uri="{BB962C8B-B14F-4D97-AF65-F5344CB8AC3E}">
        <p14:creationId xmlns:p14="http://schemas.microsoft.com/office/powerpoint/2010/main" val="321125903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a:solidFill>
                  <a:schemeClr val="tx1"/>
                </a:solidFill>
                <a:latin typeface="+mn-lt"/>
                <a:ea typeface="+mn-ea"/>
                <a:cs typeface="+mn-cs"/>
              </a:rPr>
              <a:t>Recognizing that people face trade-offs does not tell us what decisions are best. Yet people will make better choices if they understand the options available to them. And that’s why we start by acknowledging life’s trade-offs.</a:t>
            </a:r>
            <a:endParaRPr lang="en-US" dirty="0"/>
          </a:p>
          <a:p>
            <a:endParaRPr lang="en-US" dirty="0"/>
          </a:p>
        </p:txBody>
      </p:sp>
      <p:sp>
        <p:nvSpPr>
          <p:cNvPr id="4" name="Slide Number Placeholder 3"/>
          <p:cNvSpPr>
            <a:spLocks noGrp="1"/>
          </p:cNvSpPr>
          <p:nvPr>
            <p:ph type="sldNum" sz="quarter" idx="10"/>
          </p:nvPr>
        </p:nvSpPr>
        <p:spPr/>
        <p:txBody>
          <a:bodyPr/>
          <a:lstStyle/>
          <a:p>
            <a:fld id="{2CAF6792-DBE1-4461-97FA-F85A7B48814E}" type="slidenum">
              <a:rPr lang="en-US" smtClean="0"/>
              <a:t>6</a:t>
            </a:fld>
            <a:endParaRPr lang="en-US"/>
          </a:p>
        </p:txBody>
      </p:sp>
    </p:spTree>
    <p:extLst>
      <p:ext uri="{BB962C8B-B14F-4D97-AF65-F5344CB8AC3E}">
        <p14:creationId xmlns:p14="http://schemas.microsoft.com/office/powerpoint/2010/main" val="274917007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this</a:t>
            </a:r>
            <a:r>
              <a:rPr lang="en-US" baseline="0" dirty="0"/>
              <a:t> slide and the next (Example 1A and Example 1B), we see t</a:t>
            </a:r>
            <a:r>
              <a:rPr lang="en-US" dirty="0"/>
              <a:t>he 3 classical examples of society’s trade-offs are “guns vs. butter,” “clean environment</a:t>
            </a:r>
            <a:r>
              <a:rPr lang="en-US" baseline="0" dirty="0"/>
              <a:t> vs. lower income,” and “equality vs. efficiency.”</a:t>
            </a:r>
          </a:p>
          <a:p>
            <a:endParaRPr lang="en-US" dirty="0"/>
          </a:p>
          <a:p>
            <a:r>
              <a:rPr lang="en-US" dirty="0"/>
              <a:t>Pollution regulation: </a:t>
            </a:r>
            <a:r>
              <a:rPr lang="en-US" sz="1200" b="0" i="0" u="none" strike="noStrike" kern="1200" baseline="0" dirty="0">
                <a:solidFill>
                  <a:schemeClr val="tx1"/>
                </a:solidFill>
                <a:latin typeface="+mn-lt"/>
                <a:ea typeface="+mn-ea"/>
                <a:cs typeface="+mn-cs"/>
              </a:rPr>
              <a:t>reducing pollution raises the cost of producing goods and services; the firms end up earning smaller profits, paying lower wages, charging higher prices, or some combination of these three.</a:t>
            </a:r>
            <a:endParaRPr lang="en-US" dirty="0"/>
          </a:p>
        </p:txBody>
      </p:sp>
      <p:sp>
        <p:nvSpPr>
          <p:cNvPr id="4" name="Slide Number Placeholder 3"/>
          <p:cNvSpPr>
            <a:spLocks noGrp="1"/>
          </p:cNvSpPr>
          <p:nvPr>
            <p:ph type="sldNum" sz="quarter" idx="10"/>
          </p:nvPr>
        </p:nvSpPr>
        <p:spPr/>
        <p:txBody>
          <a:bodyPr/>
          <a:lstStyle/>
          <a:p>
            <a:fld id="{2CAF6792-DBE1-4461-97FA-F85A7B48814E}" type="slidenum">
              <a:rPr lang="en-US" smtClean="0"/>
              <a:t>7</a:t>
            </a:fld>
            <a:endParaRPr lang="en-US"/>
          </a:p>
        </p:txBody>
      </p:sp>
    </p:spTree>
    <p:extLst>
      <p:ext uri="{BB962C8B-B14F-4D97-AF65-F5344CB8AC3E}">
        <p14:creationId xmlns:p14="http://schemas.microsoft.com/office/powerpoint/2010/main" val="290090531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latin typeface="+mn-lt"/>
              </a:rPr>
              <a:t>Efficiency = the size of the economic pie</a:t>
            </a:r>
          </a:p>
          <a:p>
            <a:r>
              <a:rPr lang="en-US" sz="1200" dirty="0">
                <a:latin typeface="+mn-lt"/>
              </a:rPr>
              <a:t>Equality = how evenly the pie is sliced</a:t>
            </a:r>
          </a:p>
          <a:p>
            <a:endParaRPr lang="en-US" sz="1200" dirty="0">
              <a:latin typeface="+mn-lt"/>
            </a:endParaRPr>
          </a:p>
          <a:p>
            <a:r>
              <a:rPr lang="en-US" sz="1200" dirty="0">
                <a:latin typeface="+mn-lt"/>
              </a:rPr>
              <a:t>You may want to elaborate verbally on the last bullet (Trade-off) to ensure that the point is clear.  </a:t>
            </a:r>
          </a:p>
          <a:p>
            <a:endParaRPr lang="en-US" sz="1200" dirty="0">
              <a:latin typeface="+mn-lt"/>
            </a:endParaRPr>
          </a:p>
          <a:p>
            <a:r>
              <a:rPr lang="en-US" sz="1200" b="1" dirty="0">
                <a:latin typeface="+mn-lt"/>
              </a:rPr>
              <a:t>“. . . redistribute income from wealthy to poor.”  </a:t>
            </a:r>
            <a:r>
              <a:rPr lang="en-US" sz="1200" dirty="0">
                <a:latin typeface="+mn-lt"/>
              </a:rPr>
              <a:t>This is accomplished through the progressive tax system, as well as social programs like food stamps and unemployment insurance that provide a safety net for people at the low end of the income distribution.  </a:t>
            </a:r>
          </a:p>
          <a:p>
            <a:endParaRPr lang="en-US" sz="1200" dirty="0">
              <a:latin typeface="+mn-lt"/>
            </a:endParaRPr>
          </a:p>
          <a:p>
            <a:r>
              <a:rPr lang="en-US" sz="1200" b="1" dirty="0">
                <a:latin typeface="+mn-lt"/>
              </a:rPr>
              <a:t>“But this reduces the incentive to work . . ..”  </a:t>
            </a:r>
            <a:r>
              <a:rPr lang="en-US" sz="1200" dirty="0">
                <a:latin typeface="+mn-lt"/>
              </a:rPr>
              <a:t>The reward for working hard is a high income.  Taxes reduce this reward, and therefore reduce the incentive to work hard. </a:t>
            </a:r>
          </a:p>
          <a:p>
            <a:endParaRPr lang="en-US" sz="1200" dirty="0">
              <a:latin typeface="+mn-lt"/>
            </a:endParaRPr>
          </a:p>
          <a:p>
            <a:pPr algn="l"/>
            <a:r>
              <a:rPr lang="en-US" sz="1200" b="0" i="0" u="none" strike="noStrike" baseline="0" dirty="0">
                <a:latin typeface="+mn-lt"/>
              </a:rPr>
              <a:t>Conclusion: when the government cuts the economic pie into more equal slices, the pie sometimes shrinks. </a:t>
            </a:r>
            <a:endParaRPr lang="en-US" sz="1200" dirty="0">
              <a:latin typeface="+mn-lt"/>
            </a:endParaRPr>
          </a:p>
        </p:txBody>
      </p:sp>
      <p:sp>
        <p:nvSpPr>
          <p:cNvPr id="4" name="Slide Number Placeholder 3"/>
          <p:cNvSpPr>
            <a:spLocks noGrp="1"/>
          </p:cNvSpPr>
          <p:nvPr>
            <p:ph type="sldNum" sz="quarter" idx="10"/>
          </p:nvPr>
        </p:nvSpPr>
        <p:spPr/>
        <p:txBody>
          <a:bodyPr/>
          <a:lstStyle/>
          <a:p>
            <a:fld id="{2CAF6792-DBE1-4461-97FA-F85A7B48814E}" type="slidenum">
              <a:rPr lang="en-US" smtClean="0"/>
              <a:t>8</a:t>
            </a:fld>
            <a:endParaRPr lang="en-US"/>
          </a:p>
        </p:txBody>
      </p:sp>
    </p:spTree>
    <p:extLst>
      <p:ext uri="{BB962C8B-B14F-4D97-AF65-F5344CB8AC3E}">
        <p14:creationId xmlns:p14="http://schemas.microsoft.com/office/powerpoint/2010/main" val="416508054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a:latin typeface="+mn-lt"/>
              </a:rPr>
              <a:t>Ask your students if the saying “There’s no such thing as a free lunch”  [or </a:t>
            </a:r>
            <a:r>
              <a:rPr lang="en-US" sz="1200" b="0" i="0" u="none" strike="noStrike" baseline="0" dirty="0">
                <a:latin typeface="+mn-lt"/>
              </a:rPr>
              <a:t>“There </a:t>
            </a:r>
            <a:r>
              <a:rPr lang="en-US" sz="1200" b="0" i="0" u="none" strike="noStrike" baseline="0" dirty="0" err="1">
                <a:latin typeface="+mn-lt"/>
              </a:rPr>
              <a:t>ain’t</a:t>
            </a:r>
            <a:r>
              <a:rPr lang="en-US" sz="1200" b="0" i="0" u="none" strike="noStrike" baseline="0" dirty="0">
                <a:latin typeface="+mn-lt"/>
              </a:rPr>
              <a:t> no such thing as a free lunch” as in the textbook] </a:t>
            </a:r>
            <a:r>
              <a:rPr lang="en-US" sz="1200" dirty="0">
                <a:latin typeface="+mn-lt"/>
              </a:rPr>
              <a:t>is true</a:t>
            </a:r>
            <a:r>
              <a:rPr lang="en-US" sz="1200" baseline="0" dirty="0">
                <a:latin typeface="+mn-lt"/>
              </a:rPr>
              <a:t> and what arguments support their choice of “yes” or “no”. </a:t>
            </a:r>
            <a:r>
              <a:rPr lang="en-US" sz="1200" dirty="0">
                <a:latin typeface="+mn-lt"/>
              </a:rPr>
              <a:t>Ask them what “free” means in this context.  The idea here is to get them to see that even things without an explicit monetary cost are not truly “free” because they have an opportunity cost. </a:t>
            </a:r>
          </a:p>
          <a:p>
            <a:endParaRPr lang="en-US" sz="1200" baseline="0" dirty="0">
              <a:latin typeface="+mn-lt"/>
            </a:endParaRPr>
          </a:p>
          <a:p>
            <a:r>
              <a:rPr lang="en-US" sz="1200" baseline="0" dirty="0">
                <a:latin typeface="+mn-lt"/>
              </a:rPr>
              <a:t>Then you can discuss the trade-off (principle 1) and the opportunity cost (principle 2) of the “free lunch.” Remind your students that even if you, a very generous economics instructor, buy them lunch (so the lunch comes at a $0 monetary cost to them), they could have been studying instead of having lunch, and the resources used to produce the “free lunch” could have been used to produce something else. </a:t>
            </a:r>
          </a:p>
          <a:p>
            <a:endParaRPr lang="en-US" baseline="0" dirty="0"/>
          </a:p>
          <a:p>
            <a:endParaRPr lang="en-US" baseline="0" dirty="0"/>
          </a:p>
        </p:txBody>
      </p:sp>
      <p:sp>
        <p:nvSpPr>
          <p:cNvPr id="4" name="Slide Number Placeholder 3"/>
          <p:cNvSpPr>
            <a:spLocks noGrp="1"/>
          </p:cNvSpPr>
          <p:nvPr>
            <p:ph type="sldNum" sz="quarter" idx="10"/>
          </p:nvPr>
        </p:nvSpPr>
        <p:spPr/>
        <p:txBody>
          <a:bodyPr/>
          <a:lstStyle/>
          <a:p>
            <a:fld id="{2CAF6792-DBE1-4461-97FA-F85A7B48814E}" type="slidenum">
              <a:rPr lang="en-US" smtClean="0"/>
              <a:t>9</a:t>
            </a:fld>
            <a:endParaRPr lang="en-US"/>
          </a:p>
        </p:txBody>
      </p:sp>
    </p:spTree>
    <p:extLst>
      <p:ext uri="{BB962C8B-B14F-4D97-AF65-F5344CB8AC3E}">
        <p14:creationId xmlns:p14="http://schemas.microsoft.com/office/powerpoint/2010/main" val="266527551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sz="1200" dirty="0"/>
              <a:t>Here’s a fun tangent if you have the class time and are so inclined:</a:t>
            </a:r>
          </a:p>
          <a:p>
            <a:pPr eaLnBrk="1" hangingPunct="1"/>
            <a:endParaRPr lang="en-US" sz="1200" dirty="0"/>
          </a:p>
          <a:p>
            <a:pPr eaLnBrk="1" hangingPunct="1"/>
            <a:r>
              <a:rPr lang="en-US" sz="1200" dirty="0"/>
              <a:t>Ask your students about the saying “The best things in life are free.”  Ask them to name some of these things that supposedly are free.  Ask them what “free” means in this context.  The idea here is to get them to see that even things without an explicit monetary cost are not truly “free” because they have an opportunity cost. </a:t>
            </a:r>
          </a:p>
          <a:p>
            <a:pPr eaLnBrk="1" hangingPunct="1"/>
            <a:endParaRPr lang="en-US" sz="1200" dirty="0"/>
          </a:p>
          <a:p>
            <a:pPr eaLnBrk="1" hangingPunct="1"/>
            <a:r>
              <a:rPr lang="en-US" sz="1200" dirty="0"/>
              <a:t>For example, when you ask them to name the “best things” that are “free,” they will respond with answers like love, sitting at the top of a mountain you just climbed and enjoying an awesome view, or maybe witnessing the joy of a child who has just been given a new toy. In each case, there is no explicit monetary cost, but there’s an opportunity cost.  </a:t>
            </a:r>
          </a:p>
          <a:p>
            <a:pPr eaLnBrk="1" hangingPunct="1"/>
            <a:endParaRPr lang="en-US" sz="1200" dirty="0"/>
          </a:p>
          <a:p>
            <a:pPr eaLnBrk="1" hangingPunct="1"/>
            <a:r>
              <a:rPr lang="en-US" sz="1200" dirty="0"/>
              <a:t>For example, a day spent climbing a mountain represents a day of foregone wages.  And the fact that the mountain offers the incredible view probably means that land has been set aside for a national park that might otherwise have been used to produce industrial chemicals, or for a subdivision of million-dollar homes. </a:t>
            </a:r>
          </a:p>
          <a:p>
            <a:pPr eaLnBrk="1" hangingPunct="1"/>
            <a:endParaRPr lang="en-US" sz="1200" dirty="0"/>
          </a:p>
          <a:p>
            <a:pPr eaLnBrk="1" hangingPunct="1"/>
            <a:r>
              <a:rPr lang="en-US" sz="1200" dirty="0"/>
              <a:t>With love, it’s less obvious, but if prodded enough, your students will be able to think of nonmonetary costs associated with love.  For example, you might not want to see the movie “</a:t>
            </a:r>
            <a:r>
              <a:rPr lang="en-US" sz="1200" i="1" dirty="0"/>
              <a:t>Avengers</a:t>
            </a:r>
            <a:r>
              <a:rPr lang="en-US" sz="1200" i="0" dirty="0"/>
              <a:t>:</a:t>
            </a:r>
            <a:r>
              <a:rPr lang="en-US" sz="1200" i="1" dirty="0"/>
              <a:t> Endgame</a:t>
            </a:r>
            <a:r>
              <a:rPr lang="en-US" sz="1200" dirty="0"/>
              <a:t>” again, but someone you love (your favorite little sister or nephew) might be DYING to see it and BEGGING you to take them.  So you take them.  That’s true love, don’t you think?  And it’s certainly not free.  </a:t>
            </a:r>
          </a:p>
          <a:p>
            <a:endParaRPr lang="en-US" dirty="0"/>
          </a:p>
        </p:txBody>
      </p:sp>
      <p:sp>
        <p:nvSpPr>
          <p:cNvPr id="4" name="Slide Number Placeholder 3"/>
          <p:cNvSpPr>
            <a:spLocks noGrp="1"/>
          </p:cNvSpPr>
          <p:nvPr>
            <p:ph type="sldNum" sz="quarter" idx="10"/>
          </p:nvPr>
        </p:nvSpPr>
        <p:spPr/>
        <p:txBody>
          <a:bodyPr/>
          <a:lstStyle/>
          <a:p>
            <a:fld id="{2CAF6792-DBE1-4461-97FA-F85A7B48814E}" type="slidenum">
              <a:rPr lang="en-US" smtClean="0"/>
              <a:t>10</a:t>
            </a:fld>
            <a:endParaRPr lang="en-US"/>
          </a:p>
        </p:txBody>
      </p:sp>
    </p:spTree>
    <p:extLst>
      <p:ext uri="{BB962C8B-B14F-4D97-AF65-F5344CB8AC3E}">
        <p14:creationId xmlns:p14="http://schemas.microsoft.com/office/powerpoint/2010/main" val="45730200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a:t>
            </a:r>
            <a:r>
              <a:rPr lang="en-US" baseline="0" dirty="0"/>
              <a:t> your students if they ever made a “pros vs. cons” list. My favorite example:  “Your parents decide on a weeklong extended family reunion at Six Flags (and the parents pay for everything, yay!) and you can choose to attend or skip. What would be the “pros” of attending and what would be the “cons” of attending? “</a:t>
            </a:r>
          </a:p>
          <a:p>
            <a:endParaRPr lang="en-US" baseline="0" dirty="0"/>
          </a:p>
          <a:p>
            <a:r>
              <a:rPr lang="en-US" baseline="0" dirty="0"/>
              <a:t>Since they just learned about opportunity costs, they should be able to identify nonmonetary costs as well. Identifying the ‘pros’ are the student’s marginal benefits of going to the reunion, and the ‘cons’ are the marginal costs of going to the reunion.   Be advised, spending one week with the extended family can land on either side of the “pros vs. cons” list!  </a:t>
            </a:r>
          </a:p>
          <a:p>
            <a:r>
              <a:rPr lang="en-US" baseline="0" dirty="0"/>
              <a:t>You can change the benefit or cost of attending by adding details to the example (e.g. : your BFF’s 21</a:t>
            </a:r>
            <a:r>
              <a:rPr lang="en-US" baseline="30000" dirty="0"/>
              <a:t>st</a:t>
            </a:r>
            <a:r>
              <a:rPr lang="en-US" baseline="0" dirty="0"/>
              <a:t> b-day party overlaps with the reunion; you’re paid overtime that week at work, etc. ) </a:t>
            </a:r>
          </a:p>
          <a:p>
            <a:r>
              <a:rPr lang="en-US" baseline="0" dirty="0"/>
              <a:t>Or you can ask your students what would motivate them (a benefit or a cost) to change their decision.</a:t>
            </a:r>
            <a:endParaRPr lang="en-US" dirty="0"/>
          </a:p>
        </p:txBody>
      </p:sp>
      <p:sp>
        <p:nvSpPr>
          <p:cNvPr id="4" name="Slide Number Placeholder 3"/>
          <p:cNvSpPr>
            <a:spLocks noGrp="1"/>
          </p:cNvSpPr>
          <p:nvPr>
            <p:ph type="sldNum" sz="quarter" idx="10"/>
          </p:nvPr>
        </p:nvSpPr>
        <p:spPr/>
        <p:txBody>
          <a:bodyPr/>
          <a:lstStyle/>
          <a:p>
            <a:fld id="{2CAF6792-DBE1-4461-97FA-F85A7B48814E}" type="slidenum">
              <a:rPr lang="en-US" smtClean="0"/>
              <a:t>11</a:t>
            </a:fld>
            <a:endParaRPr lang="en-US"/>
          </a:p>
        </p:txBody>
      </p:sp>
    </p:spTree>
    <p:extLst>
      <p:ext uri="{BB962C8B-B14F-4D97-AF65-F5344CB8AC3E}">
        <p14:creationId xmlns:p14="http://schemas.microsoft.com/office/powerpoint/2010/main" val="214256751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Most of these PowerPoint for the different chapters have examples similar to the ones in the text, Active Learning activities, and Think-Pair-Share activities. They break up the lecture with short in-class activities for immediate reinforcement, application, or assessment of the material in the preceding slides. Give students a few minutes to formulate their answers, or suggest that they work in pairs, before asking for volunteers to share their answers with the class.   </a:t>
            </a:r>
          </a:p>
          <a:p>
            <a:endParaRPr lang="en-US" sz="1200" dirty="0"/>
          </a:p>
          <a:p>
            <a:r>
              <a:rPr lang="en-US" sz="1200" b="1" i="1" dirty="0"/>
              <a:t>Digression on class participation: </a:t>
            </a:r>
          </a:p>
          <a:p>
            <a:endParaRPr lang="en-US" sz="1200" dirty="0"/>
          </a:p>
          <a:p>
            <a:r>
              <a:rPr lang="en-US" sz="1200" dirty="0"/>
              <a:t>In general, it’s not a good idea to try to solicit participation by saying “Who can tell me the answer to X?”  The invariable result is regular participation by very few students—the quick thinkers who have the confidence to answer spontaneously in front of the class—with little participation from anyone else.  Better is to give students a quiet moment to think through their answers before requesting volunteers.</a:t>
            </a:r>
          </a:p>
          <a:p>
            <a:endParaRPr lang="en-US" sz="1200" dirty="0"/>
          </a:p>
          <a:p>
            <a:r>
              <a:rPr lang="en-US" sz="1200" dirty="0"/>
              <a:t>Better yet you might try a simple, time-tested activity called “THINK-PAIR-SHARE.”  Pair students up.  Pose a question or problem.  Have students work on the problem individually for a couple minutes.  Then, allow a couple minutes for pair work:  each student tries to explain to the other why his or her answer is correct, and the other offers feedback.  In many cases, students come up with better answers by working together.  After this pair time, ask for volunteers.  Students are much more likely to participate since they’ll have had the opportunity to test run answers by a classmate.  And those who do not participate will at least have had the chance to share their answer with, and get feedback from, one other student.  </a:t>
            </a:r>
          </a:p>
          <a:p>
            <a:endParaRPr lang="en-US" sz="1200" dirty="0"/>
          </a:p>
          <a:p>
            <a:r>
              <a:rPr lang="en-US" sz="1200" dirty="0"/>
              <a:t>Activities like these are useful to break up a lecture every 15–20 minutes or so.  They help maintain students’ attention spans and increase their comprehension of the material you cover.  These activities are also useful for quick, informal assessment–often, they will alert you to problems in student understanding, which you can then correct before moving on to cover additional material.  </a:t>
            </a:r>
          </a:p>
          <a:p>
            <a:endParaRPr lang="en-US" sz="1200" dirty="0"/>
          </a:p>
          <a:p>
            <a:r>
              <a:rPr lang="en-US" sz="1200" b="1" i="1" dirty="0"/>
              <a:t>End of digression. </a:t>
            </a:r>
          </a:p>
          <a:p>
            <a:endParaRPr lang="en-US" dirty="0"/>
          </a:p>
        </p:txBody>
      </p:sp>
      <p:sp>
        <p:nvSpPr>
          <p:cNvPr id="4" name="Slide Number Placeholder 3"/>
          <p:cNvSpPr>
            <a:spLocks noGrp="1"/>
          </p:cNvSpPr>
          <p:nvPr>
            <p:ph type="sldNum" sz="quarter" idx="10"/>
          </p:nvPr>
        </p:nvSpPr>
        <p:spPr/>
        <p:txBody>
          <a:bodyPr/>
          <a:lstStyle/>
          <a:p>
            <a:fld id="{2CAF6792-DBE1-4461-97FA-F85A7B48814E}" type="slidenum">
              <a:rPr lang="en-US" smtClean="0"/>
              <a:t>12</a:t>
            </a:fld>
            <a:endParaRPr lang="en-US"/>
          </a:p>
        </p:txBody>
      </p:sp>
    </p:spTree>
    <p:extLst>
      <p:ext uri="{BB962C8B-B14F-4D97-AF65-F5344CB8AC3E}">
        <p14:creationId xmlns:p14="http://schemas.microsoft.com/office/powerpoint/2010/main" val="96184877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46688" marR="0" indent="-246688" algn="l" defTabSz="914400" rtl="0" eaLnBrk="1" fontAlgn="auto" latinLnBrk="0" hangingPunct="1">
              <a:lnSpc>
                <a:spcPct val="100000"/>
              </a:lnSpc>
              <a:spcBef>
                <a:spcPts val="0"/>
              </a:spcBef>
              <a:spcAft>
                <a:spcPts val="0"/>
              </a:spcAft>
              <a:buClrTx/>
              <a:buSzTx/>
              <a:buFontTx/>
              <a:buNone/>
              <a:tabLst/>
              <a:defRPr/>
            </a:pPr>
            <a:r>
              <a:rPr lang="en-US" baseline="0" dirty="0"/>
              <a:t>Manager: Because the marginal benefit exceeds the marginal cost, the manager should hire the additional sales clerk. </a:t>
            </a:r>
          </a:p>
          <a:p>
            <a:pPr marL="246688" marR="0" indent="-246688" algn="l" defTabSz="914400" rtl="0" eaLnBrk="1" fontAlgn="auto" latinLnBrk="0" hangingPunct="1">
              <a:lnSpc>
                <a:spcPct val="100000"/>
              </a:lnSpc>
              <a:spcBef>
                <a:spcPts val="0"/>
              </a:spcBef>
              <a:spcAft>
                <a:spcPts val="0"/>
              </a:spcAft>
              <a:buClrTx/>
              <a:buSzTx/>
              <a:buFontTx/>
              <a:buNone/>
              <a:tabLst/>
              <a:defRPr/>
            </a:pPr>
            <a:endParaRPr lang="en-US" baseline="0" dirty="0"/>
          </a:p>
          <a:p>
            <a:pPr marL="246688" marR="0" indent="-246688" algn="l" defTabSz="914400" rtl="0" eaLnBrk="1" fontAlgn="auto" latinLnBrk="0" hangingPunct="1">
              <a:lnSpc>
                <a:spcPct val="100000"/>
              </a:lnSpc>
              <a:spcBef>
                <a:spcPts val="0"/>
              </a:spcBef>
              <a:spcAft>
                <a:spcPts val="0"/>
              </a:spcAft>
              <a:buClrTx/>
              <a:buSzTx/>
              <a:buFontTx/>
              <a:buNone/>
              <a:tabLst/>
              <a:defRPr/>
            </a:pPr>
            <a:r>
              <a:rPr lang="en-US" baseline="0" dirty="0"/>
              <a:t>As an additional question how their answers would change if the marginal cost is $500/week? (Don’t hire the sales clerk because the marginal cost is higher than the marginal benefit.)</a:t>
            </a:r>
            <a:endParaRPr lang="en-US" dirty="0"/>
          </a:p>
          <a:p>
            <a:pPr marL="246688" indent="-246688"/>
            <a:endParaRPr lang="en-US" dirty="0"/>
          </a:p>
          <a:p>
            <a:endParaRPr lang="en-US" dirty="0"/>
          </a:p>
        </p:txBody>
      </p:sp>
      <p:sp>
        <p:nvSpPr>
          <p:cNvPr id="4" name="Slide Number Placeholder 3"/>
          <p:cNvSpPr>
            <a:spLocks noGrp="1"/>
          </p:cNvSpPr>
          <p:nvPr>
            <p:ph type="sldNum" sz="quarter" idx="10"/>
          </p:nvPr>
        </p:nvSpPr>
        <p:spPr/>
        <p:txBody>
          <a:bodyPr/>
          <a:lstStyle/>
          <a:p>
            <a:fld id="{2CAF6792-DBE1-4461-97FA-F85A7B48814E}" type="slidenum">
              <a:rPr lang="en-US" smtClean="0"/>
              <a:t>13</a:t>
            </a:fld>
            <a:endParaRPr lang="en-US"/>
          </a:p>
        </p:txBody>
      </p:sp>
    </p:spTree>
    <p:extLst>
      <p:ext uri="{BB962C8B-B14F-4D97-AF65-F5344CB8AC3E}">
        <p14:creationId xmlns:p14="http://schemas.microsoft.com/office/powerpoint/2010/main" val="96184877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46688" indent="-246688"/>
            <a:r>
              <a:rPr lang="en-US" dirty="0"/>
              <a:t>Disney Plus: The marginal benefit is the enjoyment/happiness</a:t>
            </a:r>
            <a:r>
              <a:rPr lang="en-US" baseline="0" dirty="0"/>
              <a:t> you get from watching the movie. The marginal cost is the opportunity cost of the time you spent watching the movie. It will depend on the alternative (study, or go to the gym, or take a nap, for example) If the marginal benefit exceeds the cost, you should watch the movie. The $8/per month is a sunk cost. </a:t>
            </a:r>
          </a:p>
          <a:p>
            <a:pPr marL="246688" indent="-246688"/>
            <a:endParaRPr lang="en-US" baseline="0" dirty="0"/>
          </a:p>
          <a:p>
            <a:pPr marL="246688" indent="-246688"/>
            <a:r>
              <a:rPr lang="en-US" baseline="0" dirty="0"/>
              <a:t>Ask your students how is the marginal cost of watching a movie tonight changes if tomorrow they have an exam? (</a:t>
            </a:r>
            <a:r>
              <a:rPr lang="en-US" sz="1200" kern="1200" dirty="0">
                <a:solidFill>
                  <a:schemeClr val="tx1"/>
                </a:solidFill>
                <a:latin typeface="+mn-lt"/>
                <a:ea typeface="+mn-ea"/>
                <a:cs typeface="+mn-cs"/>
              </a:rPr>
              <a:t>Marginal cost I</a:t>
            </a:r>
            <a:r>
              <a:rPr lang="en-US" baseline="0" dirty="0"/>
              <a:t>ncreases because the opportunity cost increases.)</a:t>
            </a:r>
          </a:p>
          <a:p>
            <a:pPr marL="246688" indent="-246688"/>
            <a:endParaRPr lang="en-US" dirty="0"/>
          </a:p>
          <a:p>
            <a:pPr marL="246688" indent="-246688"/>
            <a:r>
              <a:rPr lang="en-US" dirty="0"/>
              <a:t>The textbook has more examples that you should discuss if time allows:  </a:t>
            </a:r>
          </a:p>
          <a:p>
            <a:pPr marL="246688" indent="-246688"/>
            <a:endParaRPr lang="en-US" dirty="0"/>
          </a:p>
          <a:p>
            <a:pPr marL="246688" indent="-246688">
              <a:buAutoNum type="arabicPeriod"/>
            </a:pPr>
            <a:r>
              <a:rPr lang="en-US" dirty="0"/>
              <a:t>The diamond-water paradox: </a:t>
            </a:r>
          </a:p>
          <a:p>
            <a:pPr marL="664546" lvl="1" indent="-181240">
              <a:buFontTx/>
              <a:buChar char="-"/>
            </a:pPr>
            <a:r>
              <a:rPr lang="en-US" dirty="0"/>
              <a:t>Water is a necessity for survival; low price</a:t>
            </a:r>
          </a:p>
          <a:p>
            <a:pPr marL="664546" lvl="1" indent="-181240">
              <a:buFontTx/>
              <a:buChar char="-"/>
            </a:pPr>
            <a:r>
              <a:rPr lang="en-US" dirty="0"/>
              <a:t>Diamonds are unnecessary; expensive </a:t>
            </a:r>
          </a:p>
          <a:p>
            <a:pPr marL="483306" lvl="1"/>
            <a:r>
              <a:rPr lang="en-US" dirty="0"/>
              <a:t>Water is essential, but the marginal benefit of an extra cup is small because water is plentiful. By contrast, no one needs diamonds to survive, but because diamonds are so rare, the marginal benefit of an extra diamond is large.</a:t>
            </a:r>
            <a:br>
              <a:rPr lang="en-US" dirty="0"/>
            </a:br>
            <a:endParaRPr lang="en-US" dirty="0"/>
          </a:p>
          <a:p>
            <a:pPr marL="246688" indent="-246688">
              <a:buAutoNum type="arabicPeriod"/>
            </a:pPr>
            <a:r>
              <a:rPr lang="en-US" dirty="0"/>
              <a:t>The near-zero marginal cost to an airline (the cost of crackers and a can of soda) of taking an extra passenger on a flight that’s not full. </a:t>
            </a:r>
          </a:p>
          <a:p>
            <a:r>
              <a:rPr lang="en-US" dirty="0"/>
              <a:t>	As long as the standby passenger pays more than the marginal cost, selling the ticket is profitable. </a:t>
            </a:r>
          </a:p>
          <a:p>
            <a:r>
              <a:rPr lang="en-US" dirty="0"/>
              <a:t>	Important here: the marginal cost of one more passenger is not the average ticket price. </a:t>
            </a:r>
          </a:p>
          <a:p>
            <a:endParaRPr lang="en-US" dirty="0"/>
          </a:p>
          <a:p>
            <a:endParaRPr lang="en-US" dirty="0"/>
          </a:p>
        </p:txBody>
      </p:sp>
      <p:sp>
        <p:nvSpPr>
          <p:cNvPr id="4" name="Slide Number Placeholder 3"/>
          <p:cNvSpPr>
            <a:spLocks noGrp="1"/>
          </p:cNvSpPr>
          <p:nvPr>
            <p:ph type="sldNum" sz="quarter" idx="10"/>
          </p:nvPr>
        </p:nvSpPr>
        <p:spPr/>
        <p:txBody>
          <a:bodyPr/>
          <a:lstStyle/>
          <a:p>
            <a:fld id="{2CAF6792-DBE1-4461-97FA-F85A7B48814E}" type="slidenum">
              <a:rPr lang="en-US" smtClean="0"/>
              <a:t>14</a:t>
            </a:fld>
            <a:endParaRPr lang="en-US"/>
          </a:p>
        </p:txBody>
      </p:sp>
    </p:spTree>
    <p:extLst>
      <p:ext uri="{BB962C8B-B14F-4D97-AF65-F5344CB8AC3E}">
        <p14:creationId xmlns:p14="http://schemas.microsoft.com/office/powerpoint/2010/main" val="96184877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aseline="0" dirty="0"/>
              <a:t>A great short in-class experiment to show how incentives change people’s behavior is this: (Ask your students the following questions, one at a time; require them to raise their hands if their answer is yes. )</a:t>
            </a:r>
          </a:p>
          <a:p>
            <a:r>
              <a:rPr lang="en-US" baseline="0" dirty="0"/>
              <a:t>1. “Would you give your roommate a ride to the airport?” Some students will raise their hands: others may ask for more details.</a:t>
            </a:r>
          </a:p>
          <a:p>
            <a:r>
              <a:rPr lang="en-US" baseline="0" dirty="0"/>
              <a:t>2. “It’s at 3 am!” Notice what happens with the hands raised. (Negative incentive: the cost of giving a ride increased!)</a:t>
            </a:r>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a:t>3. “But wait, the roommate will pay for gas!” Notice what happens with the hands raised. (Positive incentive: the benefit of giving a ride increased!)</a:t>
            </a:r>
          </a:p>
          <a:p>
            <a:pPr marL="0" marR="0" indent="0" algn="l" defTabSz="914400" rtl="0" eaLnBrk="1" fontAlgn="auto" latinLnBrk="0" hangingPunct="1">
              <a:lnSpc>
                <a:spcPct val="100000"/>
              </a:lnSpc>
              <a:spcBef>
                <a:spcPts val="0"/>
              </a:spcBef>
              <a:spcAft>
                <a:spcPts val="0"/>
              </a:spcAft>
              <a:buClrTx/>
              <a:buSzTx/>
              <a:buFontTx/>
              <a:buNone/>
              <a:tabLst/>
              <a:defRPr/>
            </a:pPr>
            <a:r>
              <a:rPr lang="en-US" dirty="0"/>
              <a:t>4. “But wait again, the roommate will pay for gas and give you $50 for the ride.” </a:t>
            </a:r>
            <a:r>
              <a:rPr lang="en-US" baseline="0" dirty="0"/>
              <a:t>Notice what happens with the hands raised. (Positive incentive: the benefit of giving a ride increased!)</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a:p>
          <a:p>
            <a:r>
              <a:rPr lang="en-US" dirty="0"/>
              <a:t>AHA: People respond to incentives because the incentives change the costs and/or benefits of their actions, and people make decisions by comparing the marginal benefits with the marginal costs. </a:t>
            </a:r>
          </a:p>
        </p:txBody>
      </p:sp>
      <p:sp>
        <p:nvSpPr>
          <p:cNvPr id="4" name="Slide Number Placeholder 3"/>
          <p:cNvSpPr>
            <a:spLocks noGrp="1"/>
          </p:cNvSpPr>
          <p:nvPr>
            <p:ph type="sldNum" sz="quarter" idx="10"/>
          </p:nvPr>
        </p:nvSpPr>
        <p:spPr/>
        <p:txBody>
          <a:bodyPr/>
          <a:lstStyle/>
          <a:p>
            <a:fld id="{2CAF6792-DBE1-4461-97FA-F85A7B48814E}" type="slidenum">
              <a:rPr lang="en-US" smtClean="0"/>
              <a:t>15</a:t>
            </a:fld>
            <a:endParaRPr lang="en-US"/>
          </a:p>
        </p:txBody>
      </p:sp>
    </p:spTree>
    <p:extLst>
      <p:ext uri="{BB962C8B-B14F-4D97-AF65-F5344CB8AC3E}">
        <p14:creationId xmlns:p14="http://schemas.microsoft.com/office/powerpoint/2010/main" val="194070468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Businesses: </a:t>
            </a:r>
          </a:p>
          <a:p>
            <a:pPr marL="171450" indent="-171450">
              <a:buFont typeface="Arial" panose="020B0604020202020204" pitchFamily="34" charset="0"/>
              <a:buChar char="•"/>
            </a:pPr>
            <a:r>
              <a:rPr lang="en-US" dirty="0"/>
              <a:t>Car manufacturers will produce more fuel-efficient cars and electric cars.</a:t>
            </a:r>
          </a:p>
          <a:p>
            <a:pPr marL="171450" indent="-171450">
              <a:buFont typeface="Arial" panose="020B0604020202020204" pitchFamily="34" charset="0"/>
              <a:buChar char="•"/>
            </a:pPr>
            <a:r>
              <a:rPr lang="en-US" dirty="0"/>
              <a:t>Trucking companies (higher cost per mile) will hike prices, and so on.</a:t>
            </a:r>
          </a:p>
          <a:p>
            <a:pPr marL="0" indent="0" eaLnBrk="1" hangingPunct="1">
              <a:buFontTx/>
              <a:buNone/>
            </a:pPr>
            <a:endParaRPr lang="en-US" altLang="en-US" dirty="0"/>
          </a:p>
          <a:p>
            <a:pPr eaLnBrk="1" hangingPunct="1"/>
            <a:r>
              <a:rPr lang="en-US" altLang="en-US" dirty="0"/>
              <a:t>Time permitting, discuss the </a:t>
            </a:r>
            <a:r>
              <a:rPr lang="en-US" altLang="en-US" dirty="0" err="1"/>
              <a:t>Peltzman</a:t>
            </a:r>
            <a:r>
              <a:rPr lang="en-US" altLang="en-US" dirty="0"/>
              <a:t> effect of seat belt regulation from the textbook as a great example of unintended consequences. The law alters a driver’s cost–benefit calculation:</a:t>
            </a:r>
          </a:p>
          <a:p>
            <a:pPr marL="181240" indent="-181240">
              <a:buFont typeface="Arial" panose="020B0604020202020204" pitchFamily="34" charset="0"/>
              <a:buChar char="•"/>
            </a:pPr>
            <a:r>
              <a:rPr lang="en-US" altLang="en-US" dirty="0"/>
              <a:t>Seat belts make accidents less costly (reduce the likelihood of injury or death), and reduce the benefits of slow, careful driving.</a:t>
            </a:r>
          </a:p>
          <a:p>
            <a:pPr marL="181240" indent="-181240">
              <a:buFont typeface="Arial" panose="020B0604020202020204" pitchFamily="34" charset="0"/>
              <a:buChar char="•"/>
            </a:pPr>
            <a:r>
              <a:rPr lang="en-US" altLang="en-US" dirty="0"/>
              <a:t>People will drive faster and less carefully,</a:t>
            </a:r>
            <a:r>
              <a:rPr lang="en-US" altLang="en-US" baseline="0" dirty="0"/>
              <a:t> which leads to a l</a:t>
            </a:r>
            <a:r>
              <a:rPr lang="en-US" altLang="en-US" dirty="0"/>
              <a:t>arger number of accidents.</a:t>
            </a:r>
          </a:p>
          <a:p>
            <a:r>
              <a:rPr lang="en-US" altLang="en-US" dirty="0"/>
              <a:t>In the 1975 study, Sam </a:t>
            </a:r>
            <a:r>
              <a:rPr lang="en-US" altLang="en-US" dirty="0" err="1"/>
              <a:t>Peltzman</a:t>
            </a:r>
            <a:r>
              <a:rPr lang="en-US" altLang="en-US" dirty="0"/>
              <a:t> concluded</a:t>
            </a:r>
            <a:r>
              <a:rPr lang="en-US" altLang="en-US" baseline="0" dirty="0"/>
              <a:t> that the n</a:t>
            </a:r>
            <a:r>
              <a:rPr lang="en-US" altLang="en-US" dirty="0"/>
              <a:t>et result is little change in the number of driver deaths (protected by seat belts) and an increase in the number of pedestrian deaths (not protected by seat belts). </a:t>
            </a:r>
          </a:p>
          <a:p>
            <a:endParaRPr lang="en-US" dirty="0"/>
          </a:p>
          <a:p>
            <a:endParaRPr lang="en-US" dirty="0"/>
          </a:p>
        </p:txBody>
      </p:sp>
      <p:sp>
        <p:nvSpPr>
          <p:cNvPr id="4" name="Slide Number Placeholder 3"/>
          <p:cNvSpPr>
            <a:spLocks noGrp="1"/>
          </p:cNvSpPr>
          <p:nvPr>
            <p:ph type="sldNum" sz="quarter" idx="10"/>
          </p:nvPr>
        </p:nvSpPr>
        <p:spPr/>
        <p:txBody>
          <a:bodyPr/>
          <a:lstStyle/>
          <a:p>
            <a:fld id="{2CAF6792-DBE1-4461-97FA-F85A7B48814E}" type="slidenum">
              <a:rPr lang="en-US" smtClean="0"/>
              <a:t>16</a:t>
            </a:fld>
            <a:endParaRPr lang="en-US"/>
          </a:p>
        </p:txBody>
      </p:sp>
    </p:spTree>
    <p:extLst>
      <p:ext uri="{BB962C8B-B14F-4D97-AF65-F5344CB8AC3E}">
        <p14:creationId xmlns:p14="http://schemas.microsoft.com/office/powerpoint/2010/main" val="211382936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Allow your students</a:t>
            </a:r>
            <a:r>
              <a:rPr lang="en-US" baseline="0" dirty="0"/>
              <a:t> 5 minutes to work by themselves or in groups before asking for volunteers to share their answers.  The calculations and answers are on the next slide. </a:t>
            </a:r>
            <a:endParaRPr lang="en-US" dirty="0"/>
          </a:p>
        </p:txBody>
      </p:sp>
      <p:sp>
        <p:nvSpPr>
          <p:cNvPr id="4" name="Slide Number Placeholder 3"/>
          <p:cNvSpPr>
            <a:spLocks noGrp="1"/>
          </p:cNvSpPr>
          <p:nvPr>
            <p:ph type="sldNum" sz="quarter" idx="10"/>
          </p:nvPr>
        </p:nvSpPr>
        <p:spPr/>
        <p:txBody>
          <a:bodyPr/>
          <a:lstStyle/>
          <a:p>
            <a:fld id="{2CAF6792-DBE1-4461-97FA-F85A7B48814E}" type="slidenum">
              <a:rPr lang="en-US" smtClean="0"/>
              <a:t>17</a:t>
            </a:fld>
            <a:endParaRPr lang="en-US"/>
          </a:p>
        </p:txBody>
      </p:sp>
    </p:spTree>
    <p:extLst>
      <p:ext uri="{BB962C8B-B14F-4D97-AF65-F5344CB8AC3E}">
        <p14:creationId xmlns:p14="http://schemas.microsoft.com/office/powerpoint/2010/main" val="96184877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66612">
              <a:buClr>
                <a:srgbClr val="800000"/>
              </a:buClr>
              <a:defRPr/>
            </a:pPr>
            <a:r>
              <a:rPr lang="en-US" sz="1200" dirty="0"/>
              <a:t>In each scenario, we need to compare the marginal benefits with the marginal costs of fixing the transmission.  </a:t>
            </a:r>
          </a:p>
          <a:p>
            <a:pPr lvl="0">
              <a:buClr>
                <a:srgbClr val="800000"/>
              </a:buClr>
            </a:pPr>
            <a:endParaRPr lang="en-US" sz="1200" dirty="0">
              <a:solidFill>
                <a:prstClr val="black"/>
              </a:solidFill>
            </a:endParaRPr>
          </a:p>
          <a:p>
            <a:pPr lvl="0">
              <a:buClr>
                <a:srgbClr val="800000"/>
              </a:buClr>
            </a:pPr>
            <a:r>
              <a:rPr lang="en-US" sz="1200" dirty="0">
                <a:solidFill>
                  <a:prstClr val="black"/>
                </a:solidFill>
              </a:rPr>
              <a:t>The $2,000 you previously spent on repairs is irrelevant (sunk cost).  What matters is the cost and benefit of the </a:t>
            </a:r>
            <a:r>
              <a:rPr lang="en-US" sz="1200" i="1" dirty="0">
                <a:solidFill>
                  <a:prstClr val="black"/>
                </a:solidFill>
              </a:rPr>
              <a:t>marginal</a:t>
            </a:r>
            <a:r>
              <a:rPr lang="en-US" sz="1200" dirty="0">
                <a:solidFill>
                  <a:prstClr val="black"/>
                </a:solidFill>
              </a:rPr>
              <a:t> repair (the transmission). </a:t>
            </a:r>
          </a:p>
          <a:p>
            <a:pPr marL="228600" lvl="0" indent="-228600">
              <a:buClr>
                <a:srgbClr val="800000"/>
              </a:buClr>
              <a:buAutoNum type="alphaUcPeriod"/>
            </a:pPr>
            <a:r>
              <a:rPr lang="en-US" sz="1200" baseline="0" dirty="0">
                <a:solidFill>
                  <a:prstClr val="black"/>
                </a:solidFill>
              </a:rPr>
              <a:t>Marginal cost of fixing the transmission = $1,400. Marginal benefit of fixing the transmission = 14,500 — 11,200 = 3,300 which is </a:t>
            </a:r>
            <a:r>
              <a:rPr lang="en-US" sz="1200" u="sng" baseline="0" dirty="0">
                <a:solidFill>
                  <a:prstClr val="black"/>
                </a:solidFill>
              </a:rPr>
              <a:t>greater</a:t>
            </a:r>
            <a:r>
              <a:rPr lang="en-US" sz="1200" baseline="0" dirty="0">
                <a:solidFill>
                  <a:prstClr val="black"/>
                </a:solidFill>
              </a:rPr>
              <a:t> than the marginal cost. </a:t>
            </a:r>
          </a:p>
          <a:p>
            <a:pPr marL="228600" marR="0" lvl="0" indent="-228600" algn="l" defTabSz="914400" rtl="0" eaLnBrk="1" fontAlgn="auto" latinLnBrk="0" hangingPunct="1">
              <a:lnSpc>
                <a:spcPct val="100000"/>
              </a:lnSpc>
              <a:spcBef>
                <a:spcPts val="0"/>
              </a:spcBef>
              <a:spcAft>
                <a:spcPts val="0"/>
              </a:spcAft>
              <a:buClr>
                <a:srgbClr val="800000"/>
              </a:buClr>
              <a:buSzTx/>
              <a:buFontTx/>
              <a:buAutoNum type="alphaUcPeriod"/>
              <a:tabLst/>
              <a:defRPr/>
            </a:pPr>
            <a:r>
              <a:rPr lang="en-US" sz="1200" baseline="0" dirty="0">
                <a:solidFill>
                  <a:prstClr val="black"/>
                </a:solidFill>
              </a:rPr>
              <a:t>Marginal cost of fixing the transmission = $1,400. Marginal benefit of fixing the transmission = 12,300 —11,000 = 1,300 which is </a:t>
            </a:r>
            <a:r>
              <a:rPr lang="en-US" sz="1200" u="sng" baseline="0" dirty="0">
                <a:solidFill>
                  <a:prstClr val="black"/>
                </a:solidFill>
              </a:rPr>
              <a:t>less</a:t>
            </a:r>
            <a:r>
              <a:rPr lang="en-US" sz="1200" baseline="0" dirty="0">
                <a:solidFill>
                  <a:prstClr val="black"/>
                </a:solidFill>
              </a:rPr>
              <a:t> than the marginal cost.</a:t>
            </a:r>
          </a:p>
          <a:p>
            <a:pPr marL="228600" lvl="0" indent="-228600">
              <a:buClr>
                <a:srgbClr val="800000"/>
              </a:buClr>
              <a:buAutoNum type="alphaUcPeriod"/>
            </a:pPr>
            <a:endParaRPr lang="en-US" sz="1200" dirty="0">
              <a:solidFill>
                <a:prstClr val="black"/>
              </a:solidFill>
            </a:endParaRPr>
          </a:p>
          <a:p>
            <a:pPr lvl="0">
              <a:buClr>
                <a:srgbClr val="800000"/>
              </a:buClr>
            </a:pPr>
            <a:r>
              <a:rPr lang="en-US" sz="1200" dirty="0">
                <a:solidFill>
                  <a:prstClr val="black"/>
                </a:solidFill>
              </a:rPr>
              <a:t>The change in incentives from scenario A to scenario B caused your decision to change.</a:t>
            </a:r>
          </a:p>
        </p:txBody>
      </p:sp>
      <p:sp>
        <p:nvSpPr>
          <p:cNvPr id="4" name="Slide Number Placeholder 3"/>
          <p:cNvSpPr>
            <a:spLocks noGrp="1"/>
          </p:cNvSpPr>
          <p:nvPr>
            <p:ph type="sldNum" sz="quarter" idx="10"/>
          </p:nvPr>
        </p:nvSpPr>
        <p:spPr/>
        <p:txBody>
          <a:bodyPr/>
          <a:lstStyle/>
          <a:p>
            <a:fld id="{2CAF6792-DBE1-4461-97FA-F85A7B48814E}" type="slidenum">
              <a:rPr lang="en-US" smtClean="0"/>
              <a:t>18</a:t>
            </a:fld>
            <a:endParaRPr lang="en-US"/>
          </a:p>
        </p:txBody>
      </p:sp>
    </p:spTree>
    <p:extLst>
      <p:ext uri="{BB962C8B-B14F-4D97-AF65-F5344CB8AC3E}">
        <p14:creationId xmlns:p14="http://schemas.microsoft.com/office/powerpoint/2010/main" val="99303933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dirty="0"/>
              <a:t>Whether we’re talking about the U.S. economy or the local economy, the term “economy” simply means a group of people interacting with each other.  </a:t>
            </a:r>
          </a:p>
          <a:p>
            <a:pPr eaLnBrk="1" hangingPunct="1"/>
            <a:endParaRPr lang="en-US" dirty="0"/>
          </a:p>
          <a:p>
            <a:pPr eaLnBrk="1" hangingPunct="1"/>
            <a:r>
              <a:rPr lang="en-US" dirty="0"/>
              <a:t>These interactions play a critical role in the allocation of society’s scarce resources.  For example, the interaction of buyers and sellers determines the prices of goods and the amounts produced and sold.  These interactions are an important part of what economists study. </a:t>
            </a:r>
          </a:p>
          <a:p>
            <a:endParaRPr lang="en-US" dirty="0"/>
          </a:p>
        </p:txBody>
      </p:sp>
      <p:sp>
        <p:nvSpPr>
          <p:cNvPr id="4" name="Slide Number Placeholder 3"/>
          <p:cNvSpPr>
            <a:spLocks noGrp="1"/>
          </p:cNvSpPr>
          <p:nvPr>
            <p:ph type="sldNum" sz="quarter" idx="10"/>
          </p:nvPr>
        </p:nvSpPr>
        <p:spPr/>
        <p:txBody>
          <a:bodyPr/>
          <a:lstStyle/>
          <a:p>
            <a:fld id="{2CAF6792-DBE1-4461-97FA-F85A7B48814E}" type="slidenum">
              <a:rPr lang="en-US" smtClean="0"/>
              <a:t>19</a:t>
            </a:fld>
            <a:endParaRPr lang="en-US"/>
          </a:p>
        </p:txBody>
      </p:sp>
    </p:spTree>
    <p:extLst>
      <p:ext uri="{BB962C8B-B14F-4D97-AF65-F5344CB8AC3E}">
        <p14:creationId xmlns:p14="http://schemas.microsoft.com/office/powerpoint/2010/main" val="378643038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dirty="0"/>
              <a:t>Start the discussion by asking your students </a:t>
            </a:r>
            <a:r>
              <a:rPr lang="en-US" sz="1200" kern="1200" dirty="0">
                <a:solidFill>
                  <a:schemeClr val="tx1"/>
                </a:solidFill>
                <a:latin typeface="+mn-lt"/>
                <a:ea typeface="+mn-ea"/>
                <a:cs typeface="+mn-cs"/>
              </a:rPr>
              <a:t>what their lives would be like</a:t>
            </a:r>
            <a:r>
              <a:rPr lang="en-US" baseline="0" dirty="0"/>
              <a:t> their lives would be if they had to make their own clothing or produce their own food. </a:t>
            </a:r>
          </a:p>
          <a:p>
            <a:pPr eaLnBrk="1" hangingPunct="1"/>
            <a:endParaRPr lang="en-US" baseline="0" dirty="0"/>
          </a:p>
          <a:p>
            <a:pPr eaLnBrk="1" hangingPunct="1"/>
            <a:r>
              <a:rPr lang="en-US" dirty="0"/>
              <a:t>If each person had to grow his own food, make his own clothes, cut his own hair, we would have a world full of skinny, unfashionable, poor people having bad hair days every day of the week.   </a:t>
            </a:r>
          </a:p>
          <a:p>
            <a:pPr eaLnBrk="1" hangingPunct="1"/>
            <a:endParaRPr lang="en-US" dirty="0"/>
          </a:p>
          <a:p>
            <a:pPr eaLnBrk="1" hangingPunct="1"/>
            <a:r>
              <a:rPr lang="en-US" dirty="0"/>
              <a:t>It’s far more efficient for each person to specialize in producing a good or service, and then </a:t>
            </a:r>
            <a:r>
              <a:rPr lang="en-US" sz="1200" kern="1200" dirty="0">
                <a:solidFill>
                  <a:schemeClr val="tx1"/>
                </a:solidFill>
                <a:latin typeface="+mn-lt"/>
                <a:ea typeface="+mn-ea"/>
                <a:cs typeface="+mn-cs"/>
              </a:rPr>
              <a:t>to exchange it for other peoples' goods and services.</a:t>
            </a:r>
            <a:r>
              <a:rPr lang="en-US" dirty="0"/>
              <a: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aseline="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a:t>Or show this clip “How to Make a $1500 Sandwich in Only 6 Months” (about 4 minutes) here: </a:t>
            </a:r>
            <a:r>
              <a:rPr lang="en-US" b="0" u="sng" baseline="0" dirty="0">
                <a:solidFill>
                  <a:srgbClr val="C00000"/>
                </a:solidFill>
              </a:rPr>
              <a:t>https://youtu.be/URvWSsAgtJE </a:t>
            </a:r>
            <a:r>
              <a:rPr lang="en-US" b="0" u="none" baseline="0" dirty="0">
                <a:solidFill>
                  <a:srgbClr val="C00000"/>
                </a:solidFill>
              </a:rPr>
              <a:t>(you’ll need to copy-paste the link in a browser). </a:t>
            </a:r>
          </a:p>
          <a:p>
            <a:pPr eaLnBrk="1" hangingPunct="1"/>
            <a:endParaRPr lang="en-US" dirty="0"/>
          </a:p>
          <a:p>
            <a:pPr eaLnBrk="1" hangingPunct="1"/>
            <a:r>
              <a:rPr lang="en-US" dirty="0"/>
              <a:t>The statement “trade can make everyone better off” should not be hard to understand, if you think about it for a moment:  Each of two parties would not voluntarily enter into an exchange if it made either of them worse off, would they?</a:t>
            </a:r>
          </a:p>
          <a:p>
            <a:pPr eaLnBrk="1" hangingPunct="1"/>
            <a:endParaRPr lang="en-US" dirty="0"/>
          </a:p>
          <a:p>
            <a:pPr eaLnBrk="1" hangingPunct="1"/>
            <a:r>
              <a:rPr lang="en-US" dirty="0"/>
              <a:t>The same principles apply at the national and international level:  International trade allows countries to sell their exports abroad and get a higher price, and to buy things from abroad more cheaply than they could produce at home.  </a:t>
            </a:r>
          </a:p>
          <a:p>
            <a:pPr eaLnBrk="1" hangingPunct="1"/>
            <a:endParaRPr lang="en-US" dirty="0"/>
          </a:p>
          <a:p>
            <a:pPr eaLnBrk="1" hangingPunct="1"/>
            <a:r>
              <a:rPr lang="en-US" dirty="0"/>
              <a:t>In addition, trade gives a country’s consumers access to a greater variety of goods–including goods they might not be able to get at all.  For example, U.S. consumers enjoy a variety of fresh produce year-round.  This would not be possible without international trade.  </a:t>
            </a:r>
          </a:p>
          <a:p>
            <a:endParaRPr lang="en-US" dirty="0"/>
          </a:p>
        </p:txBody>
      </p:sp>
      <p:sp>
        <p:nvSpPr>
          <p:cNvPr id="4" name="Slide Number Placeholder 3"/>
          <p:cNvSpPr>
            <a:spLocks noGrp="1"/>
          </p:cNvSpPr>
          <p:nvPr>
            <p:ph type="sldNum" sz="quarter" idx="10"/>
          </p:nvPr>
        </p:nvSpPr>
        <p:spPr/>
        <p:txBody>
          <a:bodyPr/>
          <a:lstStyle/>
          <a:p>
            <a:fld id="{2CAF6792-DBE1-4461-97FA-F85A7B48814E}" type="slidenum">
              <a:rPr lang="en-US" smtClean="0"/>
              <a:t>20</a:t>
            </a:fld>
            <a:endParaRPr lang="en-US"/>
          </a:p>
        </p:txBody>
      </p:sp>
    </p:spTree>
    <p:extLst>
      <p:ext uri="{BB962C8B-B14F-4D97-AF65-F5344CB8AC3E}">
        <p14:creationId xmlns:p14="http://schemas.microsoft.com/office/powerpoint/2010/main" val="247521295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endParaRPr lang="en-US" dirty="0"/>
          </a:p>
          <a:p>
            <a:pPr eaLnBrk="1" hangingPunct="1"/>
            <a:r>
              <a:rPr lang="en-US" dirty="0"/>
              <a:t>A market economy is “decentralized,” meaning that there is no government committee that makes the decisions about what goods to produce and so forth.  Instead, many households and firms make their own decisions:  </a:t>
            </a:r>
          </a:p>
          <a:p>
            <a:pPr eaLnBrk="1" hangingPunct="1"/>
            <a:endParaRPr lang="en-US" dirty="0"/>
          </a:p>
          <a:p>
            <a:pPr eaLnBrk="1" hangingPunct="1"/>
            <a:r>
              <a:rPr lang="en-US" dirty="0"/>
              <a:t>	* Each of many households decides who to work for and what goods to buy. </a:t>
            </a:r>
          </a:p>
          <a:p>
            <a:pPr eaLnBrk="1" hangingPunct="1"/>
            <a:r>
              <a:rPr lang="en-US" dirty="0"/>
              <a:t>	* Each of many firms decides whom to hire and what goods to produce.  </a:t>
            </a:r>
          </a:p>
          <a:p>
            <a:pPr eaLnBrk="1" hangingPunct="1"/>
            <a:endParaRPr lang="en-US" dirty="0"/>
          </a:p>
          <a:p>
            <a:pPr eaLnBrk="1" hangingPunct="1"/>
            <a:r>
              <a:rPr lang="en-US" dirty="0"/>
              <a:t>While not specified as such in Chapter 1, the three bullet points of ‘organize economic activity’ are the 3 questions each economy must answer. If these questions are answered by the central planners, then we have a centralized economy. If these 3 questions are answered by the market (interaction of buyers and sellers), then we have a market economy. </a:t>
            </a:r>
          </a:p>
          <a:p>
            <a:pPr eaLnBrk="1" hangingPunct="1"/>
            <a:endParaRPr lang="en-US" dirty="0"/>
          </a:p>
        </p:txBody>
      </p:sp>
      <p:sp>
        <p:nvSpPr>
          <p:cNvPr id="4" name="Slide Number Placeholder 3"/>
          <p:cNvSpPr>
            <a:spLocks noGrp="1"/>
          </p:cNvSpPr>
          <p:nvPr>
            <p:ph type="sldNum" sz="quarter" idx="10"/>
          </p:nvPr>
        </p:nvSpPr>
        <p:spPr/>
        <p:txBody>
          <a:bodyPr/>
          <a:lstStyle/>
          <a:p>
            <a:fld id="{2CAF6792-DBE1-4461-97FA-F85A7B48814E}" type="slidenum">
              <a:rPr lang="en-US" smtClean="0"/>
              <a:t>21</a:t>
            </a:fld>
            <a:endParaRPr lang="en-US"/>
          </a:p>
        </p:txBody>
      </p:sp>
    </p:spTree>
    <p:extLst>
      <p:ext uri="{BB962C8B-B14F-4D97-AF65-F5344CB8AC3E}">
        <p14:creationId xmlns:p14="http://schemas.microsoft.com/office/powerpoint/2010/main" val="417456360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66612" rtl="0" eaLnBrk="1" fontAlgn="auto" latinLnBrk="0" hangingPunct="1">
              <a:lnSpc>
                <a:spcPct val="100000"/>
              </a:lnSpc>
              <a:spcBef>
                <a:spcPts val="0"/>
              </a:spcBef>
              <a:spcAft>
                <a:spcPts val="0"/>
              </a:spcAft>
              <a:buClrTx/>
              <a:buSzTx/>
              <a:buFontTx/>
              <a:buNone/>
              <a:tabLst/>
              <a:defRPr/>
            </a:pPr>
            <a:r>
              <a:rPr lang="en-US" dirty="0"/>
              <a:t>If time permits, contrast the ‘market economy’ with the ‘centralized economy’ where central planners (the government) decide what goods and services to produce, how much to produce, and who produced and consumed them.  </a:t>
            </a:r>
          </a:p>
          <a:p>
            <a:pPr defTabSz="966612">
              <a:defRPr/>
            </a:pPr>
            <a:endParaRPr lang="en-US" dirty="0"/>
          </a:p>
          <a:p>
            <a:pPr defTabSz="966612">
              <a:defRPr/>
            </a:pPr>
            <a:r>
              <a:rPr lang="en-US" dirty="0"/>
              <a:t>In all versions of this textbook except </a:t>
            </a:r>
            <a:r>
              <a:rPr lang="en-US" i="1" dirty="0"/>
              <a:t>Brief Principles of Macroeconomics</a:t>
            </a:r>
            <a:r>
              <a:rPr lang="en-US" dirty="0"/>
              <a:t>, market efficiency and the invisible hand are covered more thoroughly in Chapter 7. </a:t>
            </a:r>
          </a:p>
          <a:p>
            <a:pPr defTabSz="966612">
              <a:defRPr/>
            </a:pPr>
            <a:endParaRPr lang="en-US" dirty="0"/>
          </a:p>
          <a:p>
            <a:pPr defTabSz="966612">
              <a:defRPr/>
            </a:pPr>
            <a:r>
              <a:rPr lang="en-US" dirty="0"/>
              <a:t>Milton Friedman introduces</a:t>
            </a:r>
            <a:r>
              <a:rPr lang="en-US" baseline="0" dirty="0"/>
              <a:t> these concepts using a very famous, simple, effective story.  </a:t>
            </a:r>
          </a:p>
          <a:p>
            <a:pPr marL="0" marR="0" lvl="0" indent="0" algn="l" defTabSz="966612" rtl="0" eaLnBrk="1" fontAlgn="auto" latinLnBrk="0" hangingPunct="1">
              <a:lnSpc>
                <a:spcPct val="100000"/>
              </a:lnSpc>
              <a:spcBef>
                <a:spcPts val="0"/>
              </a:spcBef>
              <a:spcAft>
                <a:spcPts val="0"/>
              </a:spcAft>
              <a:buClrTx/>
              <a:buSzTx/>
              <a:buFontTx/>
              <a:buNone/>
              <a:tabLst/>
              <a:defRPr/>
            </a:pPr>
            <a:r>
              <a:rPr lang="en-US" baseline="0" dirty="0"/>
              <a:t>See it here: </a:t>
            </a:r>
            <a:r>
              <a:rPr lang="en-US" b="0" u="sng" baseline="0" dirty="0">
                <a:solidFill>
                  <a:srgbClr val="FF0000"/>
                </a:solidFill>
              </a:rPr>
              <a:t>https://www.youtube.com/watch?v=4ERbC7JyCfU </a:t>
            </a:r>
            <a:r>
              <a:rPr lang="en-US" b="0" u="sng" dirty="0">
                <a:solidFill>
                  <a:srgbClr val="FF0000"/>
                </a:solidFill>
              </a:rPr>
              <a:t>(Lesson: the pencil; 10 minutes) </a:t>
            </a:r>
            <a:r>
              <a:rPr lang="en-US" dirty="0"/>
              <a:t>(you’ll need to copy-paste the link in a browser).</a:t>
            </a:r>
          </a:p>
          <a:p>
            <a:pPr defTabSz="966612">
              <a:defRPr/>
            </a:pPr>
            <a:endParaRPr lang="en-US" dirty="0"/>
          </a:p>
          <a:p>
            <a:pPr eaLnBrk="1" hangingPunct="1"/>
            <a:endParaRPr lang="en-US" dirty="0"/>
          </a:p>
        </p:txBody>
      </p:sp>
      <p:sp>
        <p:nvSpPr>
          <p:cNvPr id="4" name="Slide Number Placeholder 3"/>
          <p:cNvSpPr>
            <a:spLocks noGrp="1"/>
          </p:cNvSpPr>
          <p:nvPr>
            <p:ph type="sldNum" sz="quarter" idx="10"/>
          </p:nvPr>
        </p:nvSpPr>
        <p:spPr/>
        <p:txBody>
          <a:bodyPr/>
          <a:lstStyle/>
          <a:p>
            <a:fld id="{2CAF6792-DBE1-4461-97FA-F85A7B48814E}" type="slidenum">
              <a:rPr lang="en-US" smtClean="0"/>
              <a:t>22</a:t>
            </a:fld>
            <a:endParaRPr lang="en-US"/>
          </a:p>
        </p:txBody>
      </p:sp>
    </p:spTree>
    <p:extLst>
      <p:ext uri="{BB962C8B-B14F-4D97-AF65-F5344CB8AC3E}">
        <p14:creationId xmlns:p14="http://schemas.microsoft.com/office/powerpoint/2010/main" val="417456360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a:solidFill>
                  <a:schemeClr val="tx1"/>
                </a:solidFill>
                <a:latin typeface="+mn-lt"/>
                <a:ea typeface="+mn-ea"/>
                <a:cs typeface="+mn-cs"/>
              </a:rPr>
              <a:t>Smith’s ‘invisible hand’ insight has an important corollary: When a government prevents prices from adjusting naturally to supply and demand, it impedes the invisible hand’s ability to coordinate the decisions of the households and firms that make up an economy.</a:t>
            </a:r>
            <a:endParaRPr lang="en-US" dirty="0"/>
          </a:p>
          <a:p>
            <a:pPr eaLnBrk="1" hangingPunct="1"/>
            <a:endParaRPr lang="en-US" dirty="0">
              <a:solidFill>
                <a:srgbClr val="FF0000"/>
              </a:solidFill>
            </a:endParaRPr>
          </a:p>
          <a:p>
            <a:pPr eaLnBrk="1" hangingPunct="1"/>
            <a:r>
              <a:rPr lang="en-US" dirty="0">
                <a:solidFill>
                  <a:srgbClr val="FF0000"/>
                </a:solidFill>
              </a:rPr>
              <a:t>The Case Study “Adam Smith Would Have Loved Uber”</a:t>
            </a:r>
            <a:r>
              <a:rPr lang="en-US" baseline="0" dirty="0">
                <a:solidFill>
                  <a:srgbClr val="FF0000"/>
                </a:solidFill>
              </a:rPr>
              <a:t> </a:t>
            </a:r>
            <a:r>
              <a:rPr lang="en-US" baseline="0" dirty="0"/>
              <a:t>is a great example of the invisible hand at work. </a:t>
            </a:r>
          </a:p>
          <a:p>
            <a:pPr marL="181240" indent="-181240">
              <a:buFont typeface="Arial" panose="020B0604020202020204" pitchFamily="34" charset="0"/>
              <a:buChar char="•"/>
            </a:pPr>
            <a:r>
              <a:rPr lang="en-US" baseline="0" dirty="0"/>
              <a:t>It starts by discussing the strict controls in the market for taxis (</a:t>
            </a:r>
            <a:r>
              <a:rPr lang="en-US" dirty="0"/>
              <a:t>limited number of taxi medallions or permits).</a:t>
            </a:r>
          </a:p>
          <a:p>
            <a:pPr marL="664546" lvl="1" indent="-181240">
              <a:buFont typeface="Arial" panose="020B0604020202020204" pitchFamily="34" charset="0"/>
              <a:buChar char="•"/>
            </a:pPr>
            <a:r>
              <a:rPr lang="en-US" dirty="0"/>
              <a:t>May determine the prices that taxis are allowed to charge</a:t>
            </a:r>
          </a:p>
          <a:p>
            <a:pPr marL="664546" lvl="1" indent="-181240">
              <a:buFont typeface="Arial" panose="020B0604020202020204" pitchFamily="34" charset="0"/>
              <a:buChar char="•"/>
            </a:pPr>
            <a:r>
              <a:rPr lang="en-US" dirty="0"/>
              <a:t>To keep unauthorized drivers off the streets and to prevent all drivers from charging unauthorized prices</a:t>
            </a:r>
          </a:p>
          <a:p>
            <a:pPr marL="181240" indent="-181240">
              <a:buFont typeface="Arial" panose="020B0604020202020204" pitchFamily="34" charset="0"/>
              <a:buChar char="•"/>
            </a:pPr>
            <a:r>
              <a:rPr lang="en-US" dirty="0"/>
              <a:t>Continues with information about Uber, launched in 2009: App for smartphones that connects passengers and drivers</a:t>
            </a:r>
          </a:p>
          <a:p>
            <a:pPr marL="664546" lvl="1" indent="-181240">
              <a:buFont typeface="Arial" panose="020B0604020202020204" pitchFamily="34" charset="0"/>
              <a:buChar char="•"/>
            </a:pPr>
            <a:r>
              <a:rPr lang="en-US" dirty="0"/>
              <a:t>Uber cars do not roam the streets looking for taxi-hailing </a:t>
            </a:r>
            <a:r>
              <a:rPr lang="en-US" sz="1200" kern="1200" dirty="0">
                <a:solidFill>
                  <a:schemeClr val="tx1"/>
                </a:solidFill>
                <a:latin typeface="+mn-lt"/>
                <a:ea typeface="+mn-ea"/>
                <a:cs typeface="+mn-cs"/>
              </a:rPr>
              <a:t>pedestrians.</a:t>
            </a:r>
            <a:endParaRPr lang="en-US" dirty="0"/>
          </a:p>
          <a:p>
            <a:pPr marL="181240" indent="-181240">
              <a:buFont typeface="Arial" panose="020B0604020202020204" pitchFamily="34" charset="0"/>
              <a:buChar char="•"/>
            </a:pPr>
            <a:r>
              <a:rPr lang="en-US" dirty="0"/>
              <a:t>Not everyone is fond of Uber: Traditional taxi drivers dislike additional competition.</a:t>
            </a:r>
          </a:p>
          <a:p>
            <a:pPr marL="181240" indent="-181240">
              <a:buFont typeface="Arial" panose="020B0604020202020204" pitchFamily="34" charset="0"/>
              <a:buChar char="•"/>
            </a:pPr>
            <a:r>
              <a:rPr lang="en-US" dirty="0"/>
              <a:t>Economists love Uber: Increase consumer well-being</a:t>
            </a:r>
          </a:p>
          <a:p>
            <a:pPr marL="181240" indent="-181240">
              <a:buFont typeface="Arial" panose="020B0604020202020204" pitchFamily="34" charset="0"/>
              <a:buChar char="•"/>
            </a:pPr>
            <a:r>
              <a:rPr lang="en-US" dirty="0"/>
              <a:t>Surge pricing </a:t>
            </a:r>
          </a:p>
          <a:p>
            <a:pPr marL="664546" lvl="1" indent="-181240">
              <a:buFont typeface="Arial" panose="020B0604020202020204" pitchFamily="34" charset="0"/>
              <a:buChar char="•"/>
            </a:pPr>
            <a:r>
              <a:rPr lang="en-US" dirty="0"/>
              <a:t>Increases the quantity of car services supplied when they are most needed</a:t>
            </a:r>
          </a:p>
          <a:p>
            <a:pPr marL="664546" lvl="1" indent="-181240">
              <a:buFont typeface="Arial" panose="020B0604020202020204" pitchFamily="34" charset="0"/>
              <a:buChar char="•"/>
            </a:pPr>
            <a:r>
              <a:rPr lang="en-US" dirty="0"/>
              <a:t>Allocates the services to those consumers who value them most highly </a:t>
            </a:r>
          </a:p>
          <a:p>
            <a:endParaRPr lang="en-US" sz="1200" b="0" i="0" u="none" strike="noStrike" kern="1200" baseline="0" dirty="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2CAF6792-DBE1-4461-97FA-F85A7B48814E}" type="slidenum">
              <a:rPr lang="en-US" smtClean="0"/>
              <a:t>23</a:t>
            </a:fld>
            <a:endParaRPr lang="en-US"/>
          </a:p>
        </p:txBody>
      </p:sp>
    </p:spTree>
    <p:extLst>
      <p:ext uri="{BB962C8B-B14F-4D97-AF65-F5344CB8AC3E}">
        <p14:creationId xmlns:p14="http://schemas.microsoft.com/office/powerpoint/2010/main" val="417456360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dirty="0"/>
              <a:t>Property rights: the ability of an individual to own and exercise control over scarce resources.  </a:t>
            </a:r>
          </a:p>
          <a:p>
            <a:pPr eaLnBrk="1" hangingPunct="1"/>
            <a:endParaRPr lang="en-US" dirty="0"/>
          </a:p>
          <a:p>
            <a:pPr eaLnBrk="1" hangingPunct="1"/>
            <a:r>
              <a:rPr lang="en-US" dirty="0"/>
              <a:t>Two examples of the idea in the second bullet point:</a:t>
            </a:r>
          </a:p>
          <a:p>
            <a:pPr marL="239975" lvl="1" indent="-119149">
              <a:spcBef>
                <a:spcPct val="25000"/>
              </a:spcBef>
              <a:buFontTx/>
              <a:buChar char="•"/>
            </a:pPr>
            <a:r>
              <a:rPr lang="en-US" dirty="0"/>
              <a:t>A restaurant won’t serve meals if customers do not pay before they leave. </a:t>
            </a:r>
          </a:p>
          <a:p>
            <a:pPr marL="239975" lvl="1" indent="-119149">
              <a:spcBef>
                <a:spcPct val="25000"/>
              </a:spcBef>
              <a:buFontTx/>
              <a:buChar char="•"/>
            </a:pPr>
            <a:r>
              <a:rPr lang="en-US" dirty="0"/>
              <a:t>Music</a:t>
            </a:r>
            <a:r>
              <a:rPr lang="en-US" baseline="0" dirty="0"/>
              <a:t> producers </a:t>
            </a:r>
            <a:r>
              <a:rPr lang="en-US" dirty="0"/>
              <a:t>won’t produce new songs if too many people avoid paying by downloading music illegally.</a:t>
            </a:r>
          </a:p>
          <a:p>
            <a:pPr eaLnBrk="1" hangingPunct="1"/>
            <a:endParaRPr lang="en-US" dirty="0"/>
          </a:p>
        </p:txBody>
      </p:sp>
      <p:sp>
        <p:nvSpPr>
          <p:cNvPr id="4" name="Slide Number Placeholder 3"/>
          <p:cNvSpPr>
            <a:spLocks noGrp="1"/>
          </p:cNvSpPr>
          <p:nvPr>
            <p:ph type="sldNum" sz="quarter" idx="10"/>
          </p:nvPr>
        </p:nvSpPr>
        <p:spPr/>
        <p:txBody>
          <a:bodyPr/>
          <a:lstStyle/>
          <a:p>
            <a:fld id="{2CAF6792-DBE1-4461-97FA-F85A7B48814E}" type="slidenum">
              <a:rPr lang="en-US" smtClean="0"/>
              <a:t>24</a:t>
            </a:fld>
            <a:endParaRPr lang="en-US"/>
          </a:p>
        </p:txBody>
      </p:sp>
    </p:spTree>
    <p:extLst>
      <p:ext uri="{BB962C8B-B14F-4D97-AF65-F5344CB8AC3E}">
        <p14:creationId xmlns:p14="http://schemas.microsoft.com/office/powerpoint/2010/main" val="382243084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a:solidFill>
                  <a:schemeClr val="tx1"/>
                </a:solidFill>
                <a:latin typeface="+mn-lt"/>
                <a:ea typeface="+mn-ea"/>
                <a:cs typeface="+mn-cs"/>
              </a:rPr>
              <a:t>Externality example: pollution. When the production of a good pollutes the air and creates health problems for those who live near the factories, the market on its own may fail to take this cost into account.</a:t>
            </a:r>
          </a:p>
          <a:p>
            <a:endParaRPr lang="en-US" sz="1200" b="0" i="0" u="none" strike="noStrike" kern="1200" baseline="0" dirty="0">
              <a:solidFill>
                <a:schemeClr val="tx1"/>
              </a:solidFill>
              <a:latin typeface="+mn-lt"/>
              <a:ea typeface="+mn-ea"/>
              <a:cs typeface="+mn-cs"/>
            </a:endParaRPr>
          </a:p>
          <a:p>
            <a:r>
              <a:rPr lang="en-US" sz="1200" b="0" i="0" u="none" strike="noStrike" kern="1200" baseline="0" dirty="0">
                <a:solidFill>
                  <a:schemeClr val="tx1"/>
                </a:solidFill>
                <a:latin typeface="+mn-lt"/>
                <a:ea typeface="+mn-ea"/>
                <a:cs typeface="+mn-cs"/>
              </a:rPr>
              <a:t>Market power example: The owner of the only gas station in a village (far away from other villages) will have an incentive to restrict the output to keep the price high.</a:t>
            </a:r>
            <a:endParaRPr lang="en-US" dirty="0"/>
          </a:p>
        </p:txBody>
      </p:sp>
      <p:sp>
        <p:nvSpPr>
          <p:cNvPr id="4" name="Slide Number Placeholder 3"/>
          <p:cNvSpPr>
            <a:spLocks noGrp="1"/>
          </p:cNvSpPr>
          <p:nvPr>
            <p:ph type="sldNum" sz="quarter" idx="10"/>
          </p:nvPr>
        </p:nvSpPr>
        <p:spPr/>
        <p:txBody>
          <a:bodyPr/>
          <a:lstStyle/>
          <a:p>
            <a:fld id="{2CAF6792-DBE1-4461-97FA-F85A7B48814E}" type="slidenum">
              <a:rPr lang="en-US" smtClean="0"/>
              <a:t>25</a:t>
            </a:fld>
            <a:endParaRPr lang="en-US"/>
          </a:p>
        </p:txBody>
      </p:sp>
    </p:spTree>
    <p:extLst>
      <p:ext uri="{BB962C8B-B14F-4D97-AF65-F5344CB8AC3E}">
        <p14:creationId xmlns:p14="http://schemas.microsoft.com/office/powerpoint/2010/main" val="229232084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presence of externalities or market power, well-designed public policy can enhance economic efficiency.</a:t>
            </a:r>
          </a:p>
          <a:p>
            <a:endParaRPr lang="en-US" sz="1200" b="0" i="0" u="none" strike="noStrike" kern="1200" baseline="0" dirty="0">
              <a:solidFill>
                <a:schemeClr val="tx1"/>
              </a:solidFill>
              <a:latin typeface="+mn-lt"/>
              <a:ea typeface="+mn-ea"/>
              <a:cs typeface="+mn-cs"/>
            </a:endParaRPr>
          </a:p>
          <a:p>
            <a:r>
              <a:rPr lang="en-US" sz="1200" b="0" i="0" u="none" strike="noStrike" kern="1200" baseline="0" dirty="0">
                <a:solidFill>
                  <a:schemeClr val="tx1"/>
                </a:solidFill>
                <a:latin typeface="+mn-lt"/>
                <a:ea typeface="+mn-ea"/>
                <a:cs typeface="+mn-cs"/>
              </a:rPr>
              <a:t>A market economy rewards people according to their ability to produce things that other people are willing to pay for. People have different abilities. The invisible hand does not ensure that everyone has sufficient food, decent clothing, and adequate healthcare. </a:t>
            </a:r>
          </a:p>
          <a:p>
            <a:endParaRPr lang="en-US" sz="1200" b="0" i="0" u="none" strike="noStrike" kern="1200" baseline="0" dirty="0">
              <a:solidFill>
                <a:schemeClr val="tx1"/>
              </a:solidFill>
              <a:latin typeface="+mn-lt"/>
              <a:ea typeface="+mn-ea"/>
              <a:cs typeface="+mn-cs"/>
            </a:endParaRPr>
          </a:p>
          <a:p>
            <a:r>
              <a:rPr lang="en-US" sz="1200" b="0" i="0" u="none" strike="noStrike" kern="1200" baseline="0" dirty="0">
                <a:solidFill>
                  <a:schemeClr val="tx1"/>
                </a:solidFill>
                <a:latin typeface="+mn-lt"/>
                <a:ea typeface="+mn-ea"/>
                <a:cs typeface="+mn-cs"/>
              </a:rPr>
              <a:t>Many public policies, such as the income tax and the welfare system, aim to achieve a more equal distribution of economic well-being.</a:t>
            </a:r>
            <a:endParaRPr lang="en-US" dirty="0"/>
          </a:p>
        </p:txBody>
      </p:sp>
      <p:sp>
        <p:nvSpPr>
          <p:cNvPr id="4" name="Slide Number Placeholder 3"/>
          <p:cNvSpPr>
            <a:spLocks noGrp="1"/>
          </p:cNvSpPr>
          <p:nvPr>
            <p:ph type="sldNum" sz="quarter" idx="10"/>
          </p:nvPr>
        </p:nvSpPr>
        <p:spPr/>
        <p:txBody>
          <a:bodyPr/>
          <a:lstStyle/>
          <a:p>
            <a:fld id="{2CAF6792-DBE1-4461-97FA-F85A7B48814E}" type="slidenum">
              <a:rPr lang="en-US" smtClean="0"/>
              <a:t>26</a:t>
            </a:fld>
            <a:endParaRPr lang="en-US"/>
          </a:p>
        </p:txBody>
      </p:sp>
    </p:spTree>
    <p:extLst>
      <p:ext uri="{BB962C8B-B14F-4D97-AF65-F5344CB8AC3E}">
        <p14:creationId xmlns:p14="http://schemas.microsoft.com/office/powerpoint/2010/main" val="422550960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lnSpc>
                <a:spcPct val="100000"/>
              </a:lnSpc>
              <a:spcBef>
                <a:spcPct val="0"/>
              </a:spcBef>
            </a:pPr>
            <a:r>
              <a:rPr lang="en-US" sz="1200" dirty="0"/>
              <a:t>The items in this list are meant to get students thinking about Principles 6 and 7 in the context of specific examples, and to generate discussion rather than arrive at definitive answers. </a:t>
            </a:r>
          </a:p>
          <a:p>
            <a:pPr eaLnBrk="1" hangingPunct="1">
              <a:lnSpc>
                <a:spcPct val="100000"/>
              </a:lnSpc>
              <a:spcBef>
                <a:spcPct val="0"/>
              </a:spcBef>
            </a:pPr>
            <a:r>
              <a:rPr lang="en-US" sz="1200" b="1" dirty="0">
                <a:solidFill>
                  <a:srgbClr val="FF0000"/>
                </a:solidFill>
              </a:rPr>
              <a:t>NOTE:  Discussing the entire list would consume a lot of class time (20–25 minutes).  Two would suffice.  Pick your favorite two and delete the others.  </a:t>
            </a:r>
            <a:r>
              <a:rPr lang="en-US" sz="1200" dirty="0"/>
              <a:t>Of course, you can skip this slide entirely if you wish to get through the chapter as quickly as possible.  Here are some notes that might help guide the discussion:</a:t>
            </a:r>
          </a:p>
          <a:p>
            <a:pPr eaLnBrk="1" hangingPunct="1">
              <a:lnSpc>
                <a:spcPct val="100000"/>
              </a:lnSpc>
              <a:spcBef>
                <a:spcPct val="0"/>
              </a:spcBef>
            </a:pPr>
            <a:endParaRPr lang="en-US" sz="1200" dirty="0"/>
          </a:p>
          <a:p>
            <a:pPr eaLnBrk="1" hangingPunct="1">
              <a:lnSpc>
                <a:spcPct val="100000"/>
              </a:lnSpc>
              <a:spcBef>
                <a:spcPct val="0"/>
              </a:spcBef>
            </a:pPr>
            <a:r>
              <a:rPr lang="en-US" sz="1200" b="1" i="1" dirty="0"/>
              <a:t>a.  Public schools.</a:t>
            </a:r>
            <a:r>
              <a:rPr lang="en-US" sz="1200" dirty="0"/>
              <a:t>  The alternative would be private schools.  The cost of education would be concentrated among those with school-aged children, rather than spread over all taxpayers, so the price per child would likely be high.  Some families would not be able to afford to enroll their children in schools, and would either home-school the children or raise them without education. Is the benefit to society of having an educated population large enough to justify making people without children share in the cost?  Could the private sector provide education more efficiently (either at lower cost or higher quality) than the public sector?   </a:t>
            </a:r>
          </a:p>
          <a:p>
            <a:pPr eaLnBrk="1" hangingPunct="1">
              <a:lnSpc>
                <a:spcPct val="100000"/>
              </a:lnSpc>
              <a:spcBef>
                <a:spcPct val="0"/>
              </a:spcBef>
            </a:pPr>
            <a:endParaRPr lang="en-US" sz="1200" dirty="0"/>
          </a:p>
          <a:p>
            <a:pPr>
              <a:lnSpc>
                <a:spcPct val="100000"/>
              </a:lnSpc>
              <a:spcBef>
                <a:spcPct val="0"/>
              </a:spcBef>
            </a:pPr>
            <a:r>
              <a:rPr lang="en-US" sz="1200" b="1" i="1" dirty="0"/>
              <a:t>b.  Workplace safety regulations.  </a:t>
            </a:r>
            <a:r>
              <a:rPr lang="en-US" sz="1200" dirty="0"/>
              <a:t>Without such regulations, would firms provide a safe environment for their workers?  Some students will say “no—look at how bad working conditions are in poor countries that have no safety regulations.”  Another view is that dropping such regulations would make workers better off.  Workers may view the safety of their work environment as part of their wage:  the less safe the environment at a specific firm, the higher the wage the firm will have to offer to make workers willing to work there. If workers vary with respect to their tolerance for unsafe conditions, then workers with a high risk tolerance would be better off if given the option to work for higher wages in factories that aren’t as safe.  Such workers would be worse off if the government required all firms to provide equally safe conditions.  </a:t>
            </a:r>
          </a:p>
          <a:p>
            <a:pPr>
              <a:lnSpc>
                <a:spcPct val="100000"/>
              </a:lnSpc>
              <a:spcBef>
                <a:spcPct val="0"/>
              </a:spcBef>
            </a:pPr>
            <a:endParaRPr lang="en-US" sz="1200" dirty="0"/>
          </a:p>
          <a:p>
            <a:pPr eaLnBrk="1" hangingPunct="1">
              <a:lnSpc>
                <a:spcPct val="100000"/>
              </a:lnSpc>
              <a:spcBef>
                <a:spcPct val="0"/>
              </a:spcBef>
            </a:pPr>
            <a:r>
              <a:rPr lang="en-US" sz="1200" b="1" i="1" dirty="0"/>
              <a:t>c.  Public highways.  </a:t>
            </a:r>
            <a:r>
              <a:rPr lang="en-US" sz="1200" dirty="0"/>
              <a:t>The alternative would be toll highways operated by the private sector.  People who use highways more would pay more, and people who use them less would pay less, which seems fairer than having everyone pay equally for highways.  (Actually, everyone does not pay equally — people who use public roads more buy more gas, and therefore pay more gas tax.)  If there are external benefits to society of having a national highway system, then the private sector would under-provide this good. </a:t>
            </a:r>
          </a:p>
          <a:p>
            <a:pPr eaLnBrk="1" hangingPunct="1">
              <a:lnSpc>
                <a:spcPct val="100000"/>
              </a:lnSpc>
              <a:spcBef>
                <a:spcPct val="0"/>
              </a:spcBef>
            </a:pPr>
            <a:endParaRPr lang="en-US" sz="1200" dirty="0"/>
          </a:p>
          <a:p>
            <a:pPr eaLnBrk="1" hangingPunct="1">
              <a:lnSpc>
                <a:spcPct val="100000"/>
              </a:lnSpc>
              <a:spcBef>
                <a:spcPct val="0"/>
              </a:spcBef>
            </a:pPr>
            <a:r>
              <a:rPr lang="en-US" sz="1200" b="1" i="1" dirty="0"/>
              <a:t>d.  Patent laws.  </a:t>
            </a:r>
            <a:r>
              <a:rPr lang="en-US" sz="1200" dirty="0"/>
              <a:t>I’ve kind of loaded the question with the wording on the slide.  If you wish, change it to just “Patent laws.”  Is it fair that drug companies charge such high prices for drugs that some people need to stay alive?  If drug prices are regulated, how might pharmaceutical firms respond? </a:t>
            </a:r>
          </a:p>
          <a:p>
            <a:pPr>
              <a:lnSpc>
                <a:spcPct val="100000"/>
              </a:lnSpc>
            </a:pPr>
            <a:endParaRPr lang="en-US" sz="1200" dirty="0"/>
          </a:p>
          <a:p>
            <a:endParaRPr lang="en-US" dirty="0"/>
          </a:p>
        </p:txBody>
      </p:sp>
      <p:sp>
        <p:nvSpPr>
          <p:cNvPr id="4" name="Slide Number Placeholder 3"/>
          <p:cNvSpPr>
            <a:spLocks noGrp="1"/>
          </p:cNvSpPr>
          <p:nvPr>
            <p:ph type="sldNum" sz="quarter" idx="10"/>
          </p:nvPr>
        </p:nvSpPr>
        <p:spPr/>
        <p:txBody>
          <a:bodyPr/>
          <a:lstStyle/>
          <a:p>
            <a:fld id="{2CAF6792-DBE1-4461-97FA-F85A7B48814E}" type="slidenum">
              <a:rPr lang="en-US" smtClean="0"/>
              <a:t>27</a:t>
            </a:fld>
            <a:endParaRPr lang="en-US"/>
          </a:p>
        </p:txBody>
      </p:sp>
    </p:spTree>
    <p:extLst>
      <p:ext uri="{BB962C8B-B14F-4D97-AF65-F5344CB8AC3E}">
        <p14:creationId xmlns:p14="http://schemas.microsoft.com/office/powerpoint/2010/main" val="28739396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Slide Image Placeholder 1"/>
          <p:cNvSpPr>
            <a:spLocks noGrp="1" noRot="1" noChangeAspect="1" noTextEdit="1"/>
          </p:cNvSpPr>
          <p:nvPr>
            <p:ph type="sldImg"/>
          </p:nvPr>
        </p:nvSpPr>
        <p:spPr>
          <a:ln/>
        </p:spPr>
      </p:sp>
      <p:sp>
        <p:nvSpPr>
          <p:cNvPr id="4403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4403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30000"/>
              </a:spcBef>
              <a:defRPr sz="1300">
                <a:solidFill>
                  <a:schemeClr val="tx1"/>
                </a:solidFill>
                <a:latin typeface="Arial" pitchFamily="34" charset="0"/>
              </a:defRPr>
            </a:lvl1pPr>
            <a:lvl2pPr marL="785372" indent="-302066" algn="l" eaLnBrk="0" hangingPunct="0">
              <a:spcBef>
                <a:spcPct val="30000"/>
              </a:spcBef>
              <a:defRPr sz="1300">
                <a:solidFill>
                  <a:schemeClr val="tx1"/>
                </a:solidFill>
                <a:latin typeface="Arial" pitchFamily="34" charset="0"/>
              </a:defRPr>
            </a:lvl2pPr>
            <a:lvl3pPr marL="1208265" indent="-241653" algn="l" eaLnBrk="0" hangingPunct="0">
              <a:spcBef>
                <a:spcPct val="30000"/>
              </a:spcBef>
              <a:defRPr sz="1300">
                <a:solidFill>
                  <a:schemeClr val="tx1"/>
                </a:solidFill>
                <a:latin typeface="Arial" pitchFamily="34" charset="0"/>
              </a:defRPr>
            </a:lvl3pPr>
            <a:lvl4pPr marL="1691571" indent="-241653" algn="l" eaLnBrk="0" hangingPunct="0">
              <a:spcBef>
                <a:spcPct val="30000"/>
              </a:spcBef>
              <a:defRPr sz="1300">
                <a:solidFill>
                  <a:schemeClr val="tx1"/>
                </a:solidFill>
                <a:latin typeface="Arial" pitchFamily="34" charset="0"/>
              </a:defRPr>
            </a:lvl4pPr>
            <a:lvl5pPr marL="2174878" indent="-241653" algn="l" eaLnBrk="0" hangingPunct="0">
              <a:spcBef>
                <a:spcPct val="30000"/>
              </a:spcBef>
              <a:defRPr sz="1300">
                <a:solidFill>
                  <a:schemeClr val="tx1"/>
                </a:solidFill>
                <a:latin typeface="Arial" pitchFamily="34" charset="0"/>
              </a:defRPr>
            </a:lvl5pPr>
            <a:lvl6pPr marL="2658184" indent="-241653" eaLnBrk="0" fontAlgn="base" hangingPunct="0">
              <a:spcBef>
                <a:spcPct val="30000"/>
              </a:spcBef>
              <a:spcAft>
                <a:spcPct val="0"/>
              </a:spcAft>
              <a:defRPr sz="1300">
                <a:solidFill>
                  <a:schemeClr val="tx1"/>
                </a:solidFill>
                <a:latin typeface="Arial" pitchFamily="34" charset="0"/>
              </a:defRPr>
            </a:lvl6pPr>
            <a:lvl7pPr marL="3141490" indent="-241653" eaLnBrk="0" fontAlgn="base" hangingPunct="0">
              <a:spcBef>
                <a:spcPct val="30000"/>
              </a:spcBef>
              <a:spcAft>
                <a:spcPct val="0"/>
              </a:spcAft>
              <a:defRPr sz="1300">
                <a:solidFill>
                  <a:schemeClr val="tx1"/>
                </a:solidFill>
                <a:latin typeface="Arial" pitchFamily="34" charset="0"/>
              </a:defRPr>
            </a:lvl7pPr>
            <a:lvl8pPr marL="3624796" indent="-241653" eaLnBrk="0" fontAlgn="base" hangingPunct="0">
              <a:spcBef>
                <a:spcPct val="30000"/>
              </a:spcBef>
              <a:spcAft>
                <a:spcPct val="0"/>
              </a:spcAft>
              <a:defRPr sz="1300">
                <a:solidFill>
                  <a:schemeClr val="tx1"/>
                </a:solidFill>
                <a:latin typeface="Arial" pitchFamily="34" charset="0"/>
              </a:defRPr>
            </a:lvl8pPr>
            <a:lvl9pPr marL="4108102" indent="-241653" eaLnBrk="0" fontAlgn="base" hangingPunct="0">
              <a:spcBef>
                <a:spcPct val="30000"/>
              </a:spcBef>
              <a:spcAft>
                <a:spcPct val="0"/>
              </a:spcAft>
              <a:defRPr sz="1300">
                <a:solidFill>
                  <a:schemeClr val="tx1"/>
                </a:solidFill>
                <a:latin typeface="Arial" pitchFamily="34" charset="0"/>
              </a:defRPr>
            </a:lvl9pPr>
          </a:lstStyle>
          <a:p>
            <a:pPr algn="r" eaLnBrk="1" hangingPunct="1">
              <a:spcBef>
                <a:spcPct val="0"/>
              </a:spcBef>
            </a:pPr>
            <a:fld id="{66F30B28-DA85-4AF5-B45F-C37DEA4113D9}" type="slidenum">
              <a:rPr lang="en-US" altLang="en-US">
                <a:solidFill>
                  <a:prstClr val="black"/>
                </a:solidFill>
              </a:rPr>
              <a:pPr algn="r" eaLnBrk="1" hangingPunct="1">
                <a:spcBef>
                  <a:spcPct val="0"/>
                </a:spcBef>
              </a:pPr>
              <a:t>28</a:t>
            </a:fld>
            <a:endParaRPr lang="en-US" altLang="en-US">
              <a:solidFill>
                <a:prstClr val="black"/>
              </a:solidFill>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sz="1200" dirty="0"/>
              <a:t>The high variation in average income is reflected in measures of quality of life. People in high-income countries have more computers, more cars, better nutrition, better healthcare, and a longer life expectancy than do those in low-income countries.</a:t>
            </a:r>
            <a:endParaRPr lang="en-US" dirty="0"/>
          </a:p>
        </p:txBody>
      </p:sp>
      <p:sp>
        <p:nvSpPr>
          <p:cNvPr id="4" name="Slide Number Placeholder 3"/>
          <p:cNvSpPr>
            <a:spLocks noGrp="1"/>
          </p:cNvSpPr>
          <p:nvPr>
            <p:ph type="sldNum" sz="quarter" idx="10"/>
          </p:nvPr>
        </p:nvSpPr>
        <p:spPr/>
        <p:txBody>
          <a:bodyPr/>
          <a:lstStyle/>
          <a:p>
            <a:fld id="{2CAF6792-DBE1-4461-97FA-F85A7B48814E}" type="slidenum">
              <a:rPr lang="en-US" smtClean="0"/>
              <a:t>29</a:t>
            </a:fld>
            <a:endParaRPr lang="en-US"/>
          </a:p>
        </p:txBody>
      </p:sp>
    </p:spTree>
    <p:extLst>
      <p:ext uri="{BB962C8B-B14F-4D97-AF65-F5344CB8AC3E}">
        <p14:creationId xmlns:p14="http://schemas.microsoft.com/office/powerpoint/2010/main" val="214581497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best measure we have for the standard</a:t>
            </a:r>
            <a:r>
              <a:rPr lang="en-US" baseline="0" dirty="0"/>
              <a:t> of living is the GDP per capita (income per capita). </a:t>
            </a:r>
          </a:p>
          <a:p>
            <a:endParaRPr lang="en-US" baseline="0" dirty="0"/>
          </a:p>
          <a:p>
            <a:r>
              <a:rPr lang="en-US" baseline="0" dirty="0"/>
              <a:t>In nations with high productivity (workers can produce a large quantity of goods and services per hour), most people enjoy a high standard of living. In nations with low productivity, most people endure a more meager existence. Similarly, the growth rate of a nation’s productivity determines the growth rate of its standard of living (average income).</a:t>
            </a:r>
            <a:endParaRPr lang="en-US" dirty="0"/>
          </a:p>
        </p:txBody>
      </p:sp>
      <p:sp>
        <p:nvSpPr>
          <p:cNvPr id="4" name="Slide Number Placeholder 3"/>
          <p:cNvSpPr>
            <a:spLocks noGrp="1"/>
          </p:cNvSpPr>
          <p:nvPr>
            <p:ph type="sldNum" sz="quarter" idx="10"/>
          </p:nvPr>
        </p:nvSpPr>
        <p:spPr/>
        <p:txBody>
          <a:bodyPr/>
          <a:lstStyle/>
          <a:p>
            <a:fld id="{2CAF6792-DBE1-4461-97FA-F85A7B48814E}" type="slidenum">
              <a:rPr lang="en-US" smtClean="0"/>
              <a:t>30</a:t>
            </a:fld>
            <a:endParaRPr lang="en-US"/>
          </a:p>
        </p:txBody>
      </p:sp>
    </p:spTree>
    <p:extLst>
      <p:ext uri="{BB962C8B-B14F-4D97-AF65-F5344CB8AC3E}">
        <p14:creationId xmlns:p14="http://schemas.microsoft.com/office/powerpoint/2010/main" val="214581497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January 1921, a daily newspaper in Germany cost 0.30 marks. In November 1922, the same newspaper cost 70,000,000 marks. All other prices in the economy rose by similar amounts. The culprit? Printing money. In Germany in the early 1920s, when prices were, on average, tripling every month, the quantity of money was also tripling every month. </a:t>
            </a:r>
          </a:p>
        </p:txBody>
      </p:sp>
      <p:sp>
        <p:nvSpPr>
          <p:cNvPr id="4" name="Slide Number Placeholder 3"/>
          <p:cNvSpPr>
            <a:spLocks noGrp="1"/>
          </p:cNvSpPr>
          <p:nvPr>
            <p:ph type="sldNum" sz="quarter" idx="10"/>
          </p:nvPr>
        </p:nvSpPr>
        <p:spPr/>
        <p:txBody>
          <a:bodyPr/>
          <a:lstStyle/>
          <a:p>
            <a:fld id="{2CAF6792-DBE1-4461-97FA-F85A7B48814E}" type="slidenum">
              <a:rPr lang="en-US" smtClean="0"/>
              <a:t>31</a:t>
            </a:fld>
            <a:endParaRPr lang="en-US"/>
          </a:p>
        </p:txBody>
      </p:sp>
    </p:spTree>
    <p:extLst>
      <p:ext uri="{BB962C8B-B14F-4D97-AF65-F5344CB8AC3E}">
        <p14:creationId xmlns:p14="http://schemas.microsoft.com/office/powerpoint/2010/main" val="335214258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a:t>
            </a:r>
            <a:r>
              <a:rPr lang="en-US"/>
              <a:t>2022, </a:t>
            </a:r>
            <a:r>
              <a:rPr lang="en-US" dirty="0"/>
              <a:t>U.S. inflation was surging. </a:t>
            </a:r>
          </a:p>
          <a:p>
            <a:pPr marL="171450" indent="-171450">
              <a:buFontTx/>
              <a:buChar char="-"/>
            </a:pPr>
            <a:r>
              <a:rPr lang="en-US" dirty="0"/>
              <a:t>In February 2022, consumer prices were 7.9 percent higher than a year earlier</a:t>
            </a:r>
          </a:p>
          <a:p>
            <a:pPr marL="171450" indent="-171450">
              <a:buFontTx/>
              <a:buChar char="-"/>
            </a:pPr>
            <a:r>
              <a:rPr lang="en-US" dirty="0"/>
              <a:t>In March 2022, consumer prices were 8.5 percent higher than a year earlier, the highest inflation rate in 40 years</a:t>
            </a:r>
          </a:p>
          <a:p>
            <a:pPr marL="171450" indent="-171450">
              <a:buFontTx/>
              <a:buChar char="-"/>
            </a:pPr>
            <a:r>
              <a:rPr lang="en-US" dirty="0"/>
              <a:t>In April 2022, consumer prices were 8.3 percent higher than a year earlier (latest data available as this chapter PowerPoint is prepared)</a:t>
            </a:r>
          </a:p>
          <a:p>
            <a:pPr marL="0" indent="0">
              <a:buFontTx/>
              <a:buNone/>
            </a:pPr>
            <a:endParaRPr lang="en-US" dirty="0"/>
          </a:p>
          <a:p>
            <a:pPr marL="0" indent="0">
              <a:buFontTx/>
              <a:buNone/>
            </a:pPr>
            <a:r>
              <a:rPr lang="en-US" dirty="0"/>
              <a:t>Link to </a:t>
            </a:r>
            <a:r>
              <a:rPr lang="en-US" u="sng" dirty="0">
                <a:solidFill>
                  <a:srgbClr val="FF0000"/>
                </a:solidFill>
              </a:rPr>
              <a:t>BLS.gov consumer price index data is here: https://www.bls.gov/cpi/latest-numbers.htm </a:t>
            </a:r>
            <a:r>
              <a:rPr lang="en-US" dirty="0"/>
              <a:t>(copy-paste in browser)</a:t>
            </a:r>
          </a:p>
          <a:p>
            <a:pPr marL="0" indent="0">
              <a:buFontTx/>
              <a:buNone/>
            </a:pPr>
            <a:r>
              <a:rPr lang="en-US" dirty="0"/>
              <a:t>And detailed by types of goods here: </a:t>
            </a:r>
            <a:r>
              <a:rPr lang="en-US" u="sng" dirty="0">
                <a:solidFill>
                  <a:srgbClr val="FF0000"/>
                </a:solidFill>
              </a:rPr>
              <a:t>https://www.bls.gov/news.release/cpi.nr0.htm </a:t>
            </a:r>
            <a:r>
              <a:rPr lang="en-US" dirty="0">
                <a:solidFill>
                  <a:srgbClr val="FF0000"/>
                </a:solidFill>
              </a:rPr>
              <a:t>(copy-paste in browser)</a:t>
            </a:r>
          </a:p>
          <a:p>
            <a:pPr marL="0" indent="0">
              <a:buFontTx/>
              <a:buNone/>
            </a:pPr>
            <a:endParaRPr lang="en-US" dirty="0"/>
          </a:p>
          <a:p>
            <a:pPr marL="0" indent="0">
              <a:buFontTx/>
              <a:buNone/>
            </a:pPr>
            <a:r>
              <a:rPr lang="en-US" dirty="0"/>
              <a:t>During the economic downturn caused by the coronavirus pandemic in 2020, the government alleviated the hardship with large increases in spending, and the quantity of money in the economy rose significantly (which decreased the value of money as we will see in  a later Macro Chapter). These policies, together with supply disruptions due to the pandemic and the war in Ukraine, contributed to rising inflation. </a:t>
            </a:r>
          </a:p>
          <a:p>
            <a:pPr marL="0" indent="0">
              <a:buFontTx/>
              <a:buNone/>
            </a:pPr>
            <a:endParaRPr lang="en-US" dirty="0"/>
          </a:p>
          <a:p>
            <a:pPr marL="0" indent="0">
              <a:buFontTx/>
              <a:buNone/>
            </a:pPr>
            <a:r>
              <a:rPr lang="en-US" dirty="0"/>
              <a:t>The key question is whether the inflation surge would be transitory, or whether it would become embedded in the economy, as occurred in the 1970s. The outcome would depend, in large part, on future monetary policy.</a:t>
            </a:r>
          </a:p>
        </p:txBody>
      </p:sp>
      <p:sp>
        <p:nvSpPr>
          <p:cNvPr id="4" name="Slide Number Placeholder 3"/>
          <p:cNvSpPr>
            <a:spLocks noGrp="1"/>
          </p:cNvSpPr>
          <p:nvPr>
            <p:ph type="sldNum" sz="quarter" idx="10"/>
          </p:nvPr>
        </p:nvSpPr>
        <p:spPr/>
        <p:txBody>
          <a:bodyPr/>
          <a:lstStyle/>
          <a:p>
            <a:fld id="{2CAF6792-DBE1-4461-97FA-F85A7B48814E}" type="slidenum">
              <a:rPr lang="en-US" smtClean="0"/>
              <a:t>32</a:t>
            </a:fld>
            <a:endParaRPr lang="en-US"/>
          </a:p>
        </p:txBody>
      </p:sp>
    </p:spTree>
    <p:extLst>
      <p:ext uri="{BB962C8B-B14F-4D97-AF65-F5344CB8AC3E}">
        <p14:creationId xmlns:p14="http://schemas.microsoft.com/office/powerpoint/2010/main" val="318220233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Long-run effect of increasing the quantity of money: inflation.</a:t>
            </a:r>
          </a:p>
          <a:p>
            <a:endParaRPr lang="en-US" dirty="0"/>
          </a:p>
          <a:p>
            <a:r>
              <a:rPr lang="en-US" dirty="0"/>
              <a:t>The short-run effects of increasing the quantity of money:</a:t>
            </a:r>
          </a:p>
          <a:p>
            <a:pPr marL="171450" indent="-171450">
              <a:buFontTx/>
              <a:buChar char="-"/>
            </a:pPr>
            <a:r>
              <a:rPr lang="en-US" sz="1200" kern="1200" dirty="0">
                <a:solidFill>
                  <a:schemeClr val="tx1"/>
                </a:solidFill>
                <a:latin typeface="+mn-lt"/>
                <a:ea typeface="+mn-ea"/>
                <a:cs typeface="+mn-cs"/>
              </a:rPr>
              <a:t>Increasing the amount of money in the economy: stimulates</a:t>
            </a:r>
            <a:r>
              <a:rPr lang="en-US" sz="1200" b="0" i="0" u="none" strike="noStrike" kern="1200" baseline="0" dirty="0">
                <a:solidFill>
                  <a:schemeClr val="tx1"/>
                </a:solidFill>
                <a:latin typeface="+mn-lt"/>
                <a:ea typeface="+mn-ea"/>
                <a:cs typeface="+mn-cs"/>
              </a:rPr>
              <a:t> the overall level of spending and thus the demand for goods and services.</a:t>
            </a:r>
          </a:p>
          <a:p>
            <a:pPr marL="171450" indent="-171450">
              <a:buFontTx/>
              <a:buChar char="-"/>
            </a:pPr>
            <a:r>
              <a:rPr lang="en-US" sz="1200" b="0" i="0" u="none" strike="noStrike" kern="1200" baseline="0" dirty="0">
                <a:solidFill>
                  <a:schemeClr val="tx1"/>
                </a:solidFill>
                <a:latin typeface="+mn-lt"/>
                <a:ea typeface="+mn-ea"/>
                <a:cs typeface="+mn-cs"/>
              </a:rPr>
              <a:t>Higher demand: (over time) firms hire more workers and produce a larger quantity of goods and services.  </a:t>
            </a:r>
          </a:p>
          <a:p>
            <a:pPr marL="171450" indent="-171450">
              <a:buFontTx/>
              <a:buChar char="-"/>
            </a:pPr>
            <a:r>
              <a:rPr lang="en-US" sz="1200" b="0" i="0" u="none" strike="noStrike" kern="1200" baseline="0" dirty="0">
                <a:solidFill>
                  <a:schemeClr val="tx1"/>
                </a:solidFill>
                <a:latin typeface="+mn-lt"/>
                <a:ea typeface="+mn-ea"/>
                <a:cs typeface="+mn-cs"/>
              </a:rPr>
              <a:t>More hiring means lower unemployment.</a:t>
            </a:r>
          </a:p>
          <a:p>
            <a:pPr marL="171450" indent="-171450">
              <a:buFontTx/>
              <a:buChar char="-"/>
            </a:pPr>
            <a:endParaRPr lang="en-US" dirty="0"/>
          </a:p>
          <a:p>
            <a:r>
              <a:rPr lang="en-US" sz="1200" b="0" i="0" u="none" strike="noStrike" kern="1200" baseline="0" dirty="0">
                <a:solidFill>
                  <a:schemeClr val="tx1"/>
                </a:solidFill>
                <a:latin typeface="+mn-lt"/>
                <a:ea typeface="+mn-ea"/>
                <a:cs typeface="+mn-cs"/>
              </a:rPr>
              <a:t>Policymakers face this trade-off regardless of whether inflation and unemployment both start out at high levels (as they did in the early 1980s), at low levels (as they did in the late 1990s), or someplace in between.</a:t>
            </a:r>
            <a:endParaRPr lang="en-US" dirty="0"/>
          </a:p>
          <a:p>
            <a:pPr marL="0" indent="0">
              <a:buFontTx/>
              <a:buNone/>
            </a:pPr>
            <a:endParaRPr lang="en-US" dirty="0"/>
          </a:p>
          <a:p>
            <a:pPr eaLnBrk="1" hangingPunct="1"/>
            <a:r>
              <a:rPr lang="en-US" dirty="0"/>
              <a:t>Of course, REDUCING the quantity of money would have the opposite effects (inflation would fall, while unemployment would rise) in the short run. </a:t>
            </a:r>
          </a:p>
          <a:p>
            <a:pPr eaLnBrk="1" hangingPunct="1"/>
            <a:r>
              <a:rPr lang="en-US" dirty="0"/>
              <a:t>Keep in mind, though, the lesson from Principle 9: In the long run, changing the quantity of money only affects inflation.  We will learn in a later chapter what determines the rate of unemployment in the long run, and we will see that it has nothing to do with the quantity of money.  </a:t>
            </a:r>
          </a:p>
          <a:p>
            <a:pPr eaLnBrk="1" hangingPunct="1"/>
            <a:endParaRPr lang="en-US" dirty="0"/>
          </a:p>
        </p:txBody>
      </p:sp>
      <p:sp>
        <p:nvSpPr>
          <p:cNvPr id="4" name="Slide Number Placeholder 3"/>
          <p:cNvSpPr>
            <a:spLocks noGrp="1"/>
          </p:cNvSpPr>
          <p:nvPr>
            <p:ph type="sldNum" sz="quarter" idx="10"/>
          </p:nvPr>
        </p:nvSpPr>
        <p:spPr/>
        <p:txBody>
          <a:bodyPr/>
          <a:lstStyle/>
          <a:p>
            <a:fld id="{2CAF6792-DBE1-4461-97FA-F85A7B48814E}" type="slidenum">
              <a:rPr lang="en-US" smtClean="0"/>
              <a:t>33</a:t>
            </a:fld>
            <a:endParaRPr lang="en-US"/>
          </a:p>
        </p:txBody>
      </p:sp>
    </p:spTree>
    <p:extLst>
      <p:ext uri="{BB962C8B-B14F-4D97-AF65-F5344CB8AC3E}">
        <p14:creationId xmlns:p14="http://schemas.microsoft.com/office/powerpoint/2010/main" val="102053870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48507"/>
            <a:r>
              <a:rPr lang="en-US" dirty="0"/>
              <a:t>Suggestion:</a:t>
            </a:r>
            <a:r>
              <a:rPr lang="en-US" baseline="0" dirty="0"/>
              <a:t> For the Think-Pair-Share activities, if time allows, allow students to work in small groups for 5–10 minutes. Then allow student groups to share with other groups or with the entire class</a:t>
            </a:r>
            <a:r>
              <a:rPr lang="en-US" dirty="0"/>
              <a:t>.  Or, you can treat the Think-Pair-Share activity</a:t>
            </a:r>
            <a:r>
              <a:rPr lang="en-US" baseline="0" dirty="0"/>
              <a:t> as an open-to-all in-class discussion.</a:t>
            </a:r>
          </a:p>
          <a:p>
            <a:pPr defTabSz="948507"/>
            <a:endParaRPr lang="en-US" baseline="0" dirty="0"/>
          </a:p>
          <a:p>
            <a:r>
              <a:rPr lang="en-US" dirty="0">
                <a:solidFill>
                  <a:srgbClr val="002060"/>
                </a:solidFill>
              </a:rPr>
              <a:t>Discussion points: </a:t>
            </a:r>
          </a:p>
          <a:p>
            <a:pPr marL="228600" indent="-228600">
              <a:buAutoNum type="alphaUcPeriod"/>
            </a:pPr>
            <a:r>
              <a:rPr lang="en-US" sz="1200" kern="1200" dirty="0">
                <a:solidFill>
                  <a:schemeClr val="tx1"/>
                </a:solidFill>
                <a:effectLst/>
                <a:latin typeface="+mn-lt"/>
                <a:ea typeface="+mn-ea"/>
                <a:cs typeface="+mn-cs"/>
              </a:rPr>
              <a:t>Increase. More students would wish to park on campus because the price dropped to $10.</a:t>
            </a:r>
          </a:p>
          <a:p>
            <a:pPr marL="228600" indent="-228600">
              <a:buAutoNum type="alphaUcPeriod"/>
            </a:pPr>
            <a:r>
              <a:rPr lang="en-US" sz="1200" kern="1200" dirty="0">
                <a:solidFill>
                  <a:schemeClr val="tx1"/>
                </a:solidFill>
                <a:effectLst/>
                <a:latin typeface="+mn-lt"/>
                <a:ea typeface="+mn-ea"/>
                <a:cs typeface="+mn-cs"/>
              </a:rPr>
              <a:t>Increase. It would take much longer to find a parking place: more drivers with parking permits trying to find a spot in a fixed parking lot.</a:t>
            </a:r>
          </a:p>
          <a:p>
            <a:pPr marL="228600" indent="-228600">
              <a:buAutoNum type="alphaUcPeriod"/>
            </a:pPr>
            <a:r>
              <a:rPr lang="en-US" sz="1200" kern="1200" dirty="0">
                <a:solidFill>
                  <a:schemeClr val="tx1"/>
                </a:solidFill>
                <a:effectLst/>
                <a:latin typeface="+mn-lt"/>
                <a:ea typeface="+mn-ea"/>
                <a:cs typeface="+mn-cs"/>
              </a:rPr>
              <a:t>No, because we would have to factor in the value of our time spent looking for a parking place (since it will take longer to find a parking spot, the opportunity cost of time increases). </a:t>
            </a:r>
          </a:p>
          <a:p>
            <a:pPr marL="228600" indent="-228600">
              <a:buAutoNum type="alphaUcPeriod"/>
            </a:pPr>
            <a:r>
              <a:rPr lang="en-US" sz="1200" kern="1200" dirty="0">
                <a:solidFill>
                  <a:schemeClr val="tx1"/>
                </a:solidFill>
                <a:effectLst/>
                <a:latin typeface="+mn-lt"/>
                <a:ea typeface="+mn-ea"/>
                <a:cs typeface="+mn-cs"/>
              </a:rPr>
              <a:t>No. Since the opportunity cost of time (to find parking) includes the forgone wages, students that could be earning money working are giving up more while looking for a parking place. Therefore, their opportunity cost is higher.</a:t>
            </a:r>
          </a:p>
          <a:p>
            <a:pPr marL="228600" indent="-228600">
              <a:buAutoNum type="alphaUcPeriod"/>
            </a:pPr>
            <a:endParaRPr lang="en-US" sz="1200" kern="1200" dirty="0">
              <a:solidFill>
                <a:schemeClr val="tx1"/>
              </a:solidFill>
              <a:effectLst/>
              <a:latin typeface="+mn-lt"/>
              <a:ea typeface="+mn-ea"/>
              <a:cs typeface="+mn-cs"/>
            </a:endParaRPr>
          </a:p>
          <a:p>
            <a:pPr marL="0" indent="0">
              <a:buNone/>
            </a:pPr>
            <a:r>
              <a:rPr lang="en-US" sz="1200" kern="1200" dirty="0">
                <a:solidFill>
                  <a:schemeClr val="tx1"/>
                </a:solidFill>
                <a:effectLst/>
                <a:latin typeface="+mn-lt"/>
                <a:ea typeface="+mn-ea"/>
                <a:cs typeface="+mn-cs"/>
              </a:rPr>
              <a:t>Time permitting, select a few of the examples from the ‘Problems and Applications’ section at the end of the chapter. You can choose which ones to discuss, and students are happy to apply concepts while learning and getting immediate feedback from the instructor. </a:t>
            </a:r>
          </a:p>
          <a:p>
            <a:endParaRPr lang="en-US" dirty="0">
              <a:solidFill>
                <a:srgbClr val="002060"/>
              </a:solidFill>
            </a:endParaRPr>
          </a:p>
        </p:txBody>
      </p:sp>
      <p:sp>
        <p:nvSpPr>
          <p:cNvPr id="4" name="Slide Number Placeholder 3"/>
          <p:cNvSpPr>
            <a:spLocks noGrp="1"/>
          </p:cNvSpPr>
          <p:nvPr>
            <p:ph type="sldNum" sz="quarter" idx="10"/>
          </p:nvPr>
        </p:nvSpPr>
        <p:spPr/>
        <p:txBody>
          <a:bodyPr/>
          <a:lstStyle/>
          <a:p>
            <a:fld id="{2CAF6792-DBE1-4461-97FA-F85A7B48814E}" type="slidenum">
              <a:rPr lang="en-US" smtClean="0"/>
              <a:t>34</a:t>
            </a:fld>
            <a:endParaRPr lang="en-US"/>
          </a:p>
        </p:txBody>
      </p:sp>
    </p:spTree>
    <p:extLst>
      <p:ext uri="{BB962C8B-B14F-4D97-AF65-F5344CB8AC3E}">
        <p14:creationId xmlns:p14="http://schemas.microsoft.com/office/powerpoint/2010/main" val="21650051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CAF6792-DBE1-4461-97FA-F85A7B48814E}" type="slidenum">
              <a:rPr lang="en-US" smtClean="0"/>
              <a:t>35</a:t>
            </a:fld>
            <a:endParaRPr lang="en-US"/>
          </a:p>
        </p:txBody>
      </p:sp>
    </p:spTree>
    <p:extLst>
      <p:ext uri="{BB962C8B-B14F-4D97-AF65-F5344CB8AC3E}">
        <p14:creationId xmlns:p14="http://schemas.microsoft.com/office/powerpoint/2010/main" val="370661148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CAF6792-DBE1-4461-97FA-F85A7B48814E}" type="slidenum">
              <a:rPr lang="en-US" smtClean="0"/>
              <a:t>36</a:t>
            </a:fld>
            <a:endParaRPr lang="en-US"/>
          </a:p>
        </p:txBody>
      </p:sp>
    </p:spTree>
    <p:extLst>
      <p:ext uri="{BB962C8B-B14F-4D97-AF65-F5344CB8AC3E}">
        <p14:creationId xmlns:p14="http://schemas.microsoft.com/office/powerpoint/2010/main" val="370661148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CAF6792-DBE1-4461-97FA-F85A7B48814E}" type="slidenum">
              <a:rPr lang="en-US" smtClean="0"/>
              <a:t>37</a:t>
            </a:fld>
            <a:endParaRPr lang="en-US"/>
          </a:p>
        </p:txBody>
      </p:sp>
    </p:spTree>
    <p:extLst>
      <p:ext uri="{BB962C8B-B14F-4D97-AF65-F5344CB8AC3E}">
        <p14:creationId xmlns:p14="http://schemas.microsoft.com/office/powerpoint/2010/main" val="370661148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3" name="Slide Number Placeholder 2"/>
          <p:cNvSpPr>
            <a:spLocks noGrp="1"/>
          </p:cNvSpPr>
          <p:nvPr>
            <p:ph type="sldNum" sz="quarter" idx="10"/>
          </p:nvPr>
        </p:nvSpPr>
        <p:spPr/>
        <p:txBody>
          <a:bodyPr/>
          <a:lstStyle/>
          <a:p>
            <a:pPr fontAlgn="base">
              <a:spcBef>
                <a:spcPct val="20000"/>
              </a:spcBef>
              <a:spcAft>
                <a:spcPct val="0"/>
              </a:spcAft>
              <a:defRPr/>
            </a:pPr>
            <a:fld id="{C148E929-2C81-42BB-92FD-6CE3916FB07A}" type="slidenum">
              <a:rPr lang="en-US" smtClean="0">
                <a:solidFill>
                  <a:srgbClr val="FFFFFF"/>
                </a:solidFill>
              </a:rPr>
              <a:pPr fontAlgn="base">
                <a:spcBef>
                  <a:spcPct val="20000"/>
                </a:spcBef>
                <a:spcAft>
                  <a:spcPct val="0"/>
                </a:spcAft>
                <a:defRPr/>
              </a:pPr>
              <a:t>‹#›</a:t>
            </a:fld>
            <a:endParaRPr lang="en-US" dirty="0">
              <a:solidFill>
                <a:srgbClr val="FFFFFF"/>
              </a:solidFill>
            </a:endParaRPr>
          </a:p>
        </p:txBody>
      </p:sp>
      <p:sp>
        <p:nvSpPr>
          <p:cNvPr id="4" name="Footer Placeholder 3"/>
          <p:cNvSpPr>
            <a:spLocks noGrp="1"/>
          </p:cNvSpPr>
          <p:nvPr>
            <p:ph type="ftr" sz="quarter" idx="11"/>
          </p:nvPr>
        </p:nvSpPr>
        <p:spPr>
          <a:xfrm>
            <a:off x="76200" y="6400800"/>
            <a:ext cx="8610600" cy="457200"/>
          </a:xfrm>
        </p:spPr>
        <p:txBody>
          <a:bodyPr/>
          <a:lstStyle>
            <a:lvl1pPr>
              <a:defRPr>
                <a:solidFill>
                  <a:schemeClr val="tx1"/>
                </a:solidFill>
              </a:defRPr>
            </a:lvl1pPr>
          </a:lstStyle>
          <a:p>
            <a:pPr fontAlgn="base">
              <a:spcAft>
                <a:spcPct val="0"/>
              </a:spcAft>
              <a:defRPr/>
            </a:pPr>
            <a:r>
              <a:rPr lang="en-US" dirty="0"/>
              <a:t>Mankiw, </a:t>
            </a:r>
            <a:r>
              <a:rPr lang="en-US" i="1" dirty="0"/>
              <a:t>Principles of Economics</a:t>
            </a:r>
            <a:r>
              <a:rPr lang="en-US" dirty="0"/>
              <a:t>, 11th Edition. © 2027 Cengage. All Rights Reserved. May not be scanned, copied or duplicated, or posted to a publicly accessible website, in whole or in part.</a:t>
            </a:r>
          </a:p>
        </p:txBody>
      </p:sp>
      <p:sp>
        <p:nvSpPr>
          <p:cNvPr id="6" name="Content Placeholder 5"/>
          <p:cNvSpPr>
            <a:spLocks noGrp="1"/>
          </p:cNvSpPr>
          <p:nvPr>
            <p:ph sz="quarter" idx="12" hasCustomPrompt="1"/>
          </p:nvPr>
        </p:nvSpPr>
        <p:spPr>
          <a:xfrm>
            <a:off x="5364404" y="1850232"/>
            <a:ext cx="3335336" cy="2667000"/>
          </a:xfrm>
        </p:spPr>
        <p:txBody>
          <a:bodyPr/>
          <a:lstStyle>
            <a:lvl1pPr>
              <a:defRPr>
                <a:solidFill>
                  <a:srgbClr val="4E519E"/>
                </a:solidFill>
              </a:defRPr>
            </a:lvl1pPr>
          </a:lstStyle>
          <a:p>
            <a:pPr lvl="0"/>
            <a:r>
              <a:rPr lang="en-US" dirty="0"/>
              <a:t>Ch title</a:t>
            </a:r>
          </a:p>
        </p:txBody>
      </p:sp>
      <p:sp>
        <p:nvSpPr>
          <p:cNvPr id="13" name="Rectangle 11"/>
          <p:cNvSpPr>
            <a:spLocks noChangeArrowheads="1"/>
          </p:cNvSpPr>
          <p:nvPr userDrawn="1"/>
        </p:nvSpPr>
        <p:spPr bwMode="auto">
          <a:xfrm>
            <a:off x="5486400" y="5181600"/>
            <a:ext cx="3089275" cy="650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3400">
                <a:solidFill>
                  <a:schemeClr val="tx1"/>
                </a:solidFill>
                <a:latin typeface="Arial" pitchFamily="34" charset="0"/>
              </a:defRPr>
            </a:lvl1pPr>
            <a:lvl2pPr marL="742950" indent="-285750" eaLnBrk="0" hangingPunct="0">
              <a:defRPr sz="3400">
                <a:solidFill>
                  <a:schemeClr val="tx1"/>
                </a:solidFill>
                <a:latin typeface="Arial" pitchFamily="34" charset="0"/>
              </a:defRPr>
            </a:lvl2pPr>
            <a:lvl3pPr marL="1143000" indent="-228600" eaLnBrk="0" hangingPunct="0">
              <a:defRPr sz="3400">
                <a:solidFill>
                  <a:schemeClr val="tx1"/>
                </a:solidFill>
                <a:latin typeface="Arial" pitchFamily="34" charset="0"/>
              </a:defRPr>
            </a:lvl3pPr>
            <a:lvl4pPr marL="1600200" indent="-228600" eaLnBrk="0" hangingPunct="0">
              <a:defRPr sz="3400">
                <a:solidFill>
                  <a:schemeClr val="tx1"/>
                </a:solidFill>
                <a:latin typeface="Arial" pitchFamily="34" charset="0"/>
              </a:defRPr>
            </a:lvl4pPr>
            <a:lvl5pPr marL="2057400" indent="-228600" eaLnBrk="0" hangingPunct="0">
              <a:defRPr sz="3400">
                <a:solidFill>
                  <a:schemeClr val="tx1"/>
                </a:solidFill>
                <a:latin typeface="Arial" pitchFamily="34" charset="0"/>
              </a:defRPr>
            </a:lvl5pPr>
            <a:lvl6pPr marL="2514600" indent="-228600" algn="ctr" eaLnBrk="0" fontAlgn="base" hangingPunct="0">
              <a:spcBef>
                <a:spcPct val="20000"/>
              </a:spcBef>
              <a:spcAft>
                <a:spcPct val="0"/>
              </a:spcAft>
              <a:buChar char="•"/>
              <a:defRPr sz="3400">
                <a:solidFill>
                  <a:schemeClr val="tx1"/>
                </a:solidFill>
                <a:latin typeface="Arial" pitchFamily="34" charset="0"/>
              </a:defRPr>
            </a:lvl6pPr>
            <a:lvl7pPr marL="2971800" indent="-228600" algn="ctr" eaLnBrk="0" fontAlgn="base" hangingPunct="0">
              <a:spcBef>
                <a:spcPct val="20000"/>
              </a:spcBef>
              <a:spcAft>
                <a:spcPct val="0"/>
              </a:spcAft>
              <a:buChar char="•"/>
              <a:defRPr sz="3400">
                <a:solidFill>
                  <a:schemeClr val="tx1"/>
                </a:solidFill>
                <a:latin typeface="Arial" pitchFamily="34" charset="0"/>
              </a:defRPr>
            </a:lvl7pPr>
            <a:lvl8pPr marL="3429000" indent="-228600" algn="ctr" eaLnBrk="0" fontAlgn="base" hangingPunct="0">
              <a:spcBef>
                <a:spcPct val="20000"/>
              </a:spcBef>
              <a:spcAft>
                <a:spcPct val="0"/>
              </a:spcAft>
              <a:buChar char="•"/>
              <a:defRPr sz="3400">
                <a:solidFill>
                  <a:schemeClr val="tx1"/>
                </a:solidFill>
                <a:latin typeface="Arial" pitchFamily="34" charset="0"/>
              </a:defRPr>
            </a:lvl8pPr>
            <a:lvl9pPr marL="3886200" indent="-228600" algn="ctr" eaLnBrk="0" fontAlgn="base" hangingPunct="0">
              <a:spcBef>
                <a:spcPct val="20000"/>
              </a:spcBef>
              <a:spcAft>
                <a:spcPct val="0"/>
              </a:spcAft>
              <a:buChar char="•"/>
              <a:defRPr sz="3400">
                <a:solidFill>
                  <a:schemeClr val="tx1"/>
                </a:solidFill>
                <a:latin typeface="Arial" pitchFamily="34" charset="0"/>
              </a:defRPr>
            </a:lvl9pPr>
          </a:lstStyle>
          <a:p>
            <a:pPr algn="ctr" eaLnBrk="1" fontAlgn="base" hangingPunct="1">
              <a:lnSpc>
                <a:spcPct val="80000"/>
              </a:lnSpc>
              <a:spcBef>
                <a:spcPct val="20000"/>
              </a:spcBef>
              <a:spcAft>
                <a:spcPct val="0"/>
              </a:spcAft>
              <a:defRPr/>
            </a:pPr>
            <a:r>
              <a:rPr lang="en-US" altLang="en-US" sz="1400" dirty="0">
                <a:solidFill>
                  <a:srgbClr val="000000"/>
                </a:solidFill>
              </a:rPr>
              <a:t>Interactive</a:t>
            </a:r>
            <a:r>
              <a:rPr lang="en-US" altLang="en-US" sz="1400" baseline="0" dirty="0">
                <a:solidFill>
                  <a:srgbClr val="000000"/>
                </a:solidFill>
              </a:rPr>
              <a:t> </a:t>
            </a:r>
            <a:r>
              <a:rPr lang="en-US" altLang="en-US" sz="1400" dirty="0">
                <a:solidFill>
                  <a:srgbClr val="000000"/>
                </a:solidFill>
              </a:rPr>
              <a:t>PowerPoint Slides by: </a:t>
            </a:r>
          </a:p>
          <a:p>
            <a:pPr algn="ctr" eaLnBrk="1" fontAlgn="base" hangingPunct="1">
              <a:lnSpc>
                <a:spcPct val="80000"/>
              </a:lnSpc>
              <a:spcBef>
                <a:spcPct val="20000"/>
              </a:spcBef>
              <a:spcAft>
                <a:spcPct val="0"/>
              </a:spcAft>
              <a:defRPr/>
            </a:pPr>
            <a:r>
              <a:rPr lang="en-US" altLang="en-US" sz="1400" dirty="0">
                <a:solidFill>
                  <a:srgbClr val="000000"/>
                </a:solidFill>
              </a:rPr>
              <a:t>V.  Andreea  Chiritescu</a:t>
            </a:r>
          </a:p>
          <a:p>
            <a:pPr algn="ctr" eaLnBrk="1" fontAlgn="base" hangingPunct="1">
              <a:lnSpc>
                <a:spcPct val="80000"/>
              </a:lnSpc>
              <a:spcBef>
                <a:spcPct val="20000"/>
              </a:spcBef>
              <a:spcAft>
                <a:spcPct val="0"/>
              </a:spcAft>
              <a:defRPr/>
            </a:pPr>
            <a:r>
              <a:rPr lang="en-US" altLang="en-US" sz="1400" dirty="0">
                <a:solidFill>
                  <a:srgbClr val="000000"/>
                </a:solidFill>
              </a:rPr>
              <a:t>Eastern Illinois University</a:t>
            </a:r>
          </a:p>
        </p:txBody>
      </p:sp>
    </p:spTree>
    <p:extLst>
      <p:ext uri="{BB962C8B-B14F-4D97-AF65-F5344CB8AC3E}">
        <p14:creationId xmlns:p14="http://schemas.microsoft.com/office/powerpoint/2010/main" val="27570524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a:defRPr sz="3400">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3"/>
          <p:cNvSpPr>
            <a:spLocks noGrp="1" noChangeArrowheads="1"/>
          </p:cNvSpPr>
          <p:nvPr>
            <p:ph type="sldNum" sz="quarter" idx="10"/>
          </p:nvPr>
        </p:nvSpPr>
        <p:spPr/>
        <p:txBody>
          <a:bodyPr/>
          <a:lstStyle>
            <a:lvl1pPr>
              <a:defRPr/>
            </a:lvl1pPr>
          </a:lstStyle>
          <a:p>
            <a:pPr>
              <a:defRPr/>
            </a:pPr>
            <a:fld id="{073C29DC-2178-4274-9150-45F8EBD31C2D}" type="slidenum">
              <a:rPr lang="en-US"/>
              <a:pPr>
                <a:defRPr/>
              </a:pPr>
              <a:t>‹#›</a:t>
            </a:fld>
            <a:endParaRPr lang="en-US"/>
          </a:p>
        </p:txBody>
      </p:sp>
      <p:sp>
        <p:nvSpPr>
          <p:cNvPr id="2" name="Title 1"/>
          <p:cNvSpPr>
            <a:spLocks noGrp="1"/>
          </p:cNvSpPr>
          <p:nvPr>
            <p:ph type="title" hasCustomPrompt="1"/>
          </p:nvPr>
        </p:nvSpPr>
        <p:spPr>
          <a:xfrm>
            <a:off x="457200" y="0"/>
            <a:ext cx="8382000" cy="889000"/>
          </a:xfrm>
        </p:spPr>
        <p:txBody>
          <a:bodyPr/>
          <a:lstStyle>
            <a:lvl1pPr algn="l">
              <a:defRPr sz="4800" b="1" baseline="0">
                <a:solidFill>
                  <a:srgbClr val="4E519E"/>
                </a:solidFill>
              </a:defRPr>
            </a:lvl1pPr>
          </a:lstStyle>
          <a:p>
            <a:r>
              <a:rPr lang="en-US" dirty="0"/>
              <a:t>IN THIS ****</a:t>
            </a:r>
          </a:p>
        </p:txBody>
      </p:sp>
      <p:sp>
        <p:nvSpPr>
          <p:cNvPr id="7" name="Footer Placeholder 2"/>
          <p:cNvSpPr>
            <a:spLocks noGrp="1"/>
          </p:cNvSpPr>
          <p:nvPr>
            <p:ph type="ftr" sz="quarter" idx="3"/>
          </p:nvPr>
        </p:nvSpPr>
        <p:spPr>
          <a:xfrm>
            <a:off x="0" y="6477000"/>
            <a:ext cx="8686800" cy="381000"/>
          </a:xfrm>
          <a:prstGeom prst="rect">
            <a:avLst/>
          </a:prstGeom>
          <a:noFill/>
        </p:spPr>
        <p:txBody>
          <a:bodyPr vert="horz" lIns="91440" tIns="45720" rIns="91440" bIns="45720" rtlCol="0" anchor="ctr"/>
          <a:lstStyle>
            <a:lvl1pPr algn="l">
              <a:buNone/>
              <a:defRPr sz="900">
                <a:solidFill>
                  <a:schemeClr val="tx1"/>
                </a:solidFill>
                <a:cs typeface="Arial" pitchFamily="34" charset="0"/>
              </a:defRPr>
            </a:lvl1pPr>
          </a:lstStyle>
          <a:p>
            <a:pPr fontAlgn="base">
              <a:spcAft>
                <a:spcPct val="0"/>
              </a:spcAft>
              <a:defRPr/>
            </a:pPr>
            <a:r>
              <a:rPr lang="en-US" dirty="0"/>
              <a:t>Mankiw, </a:t>
            </a:r>
            <a:r>
              <a:rPr lang="en-US" i="1" dirty="0"/>
              <a:t>Principles of Economics</a:t>
            </a:r>
            <a:r>
              <a:rPr lang="en-US" dirty="0"/>
              <a:t>, 11th Edition. © 2027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1318641172"/>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3"/>
          <p:cNvSpPr>
            <a:spLocks noGrp="1" noChangeArrowheads="1"/>
          </p:cNvSpPr>
          <p:nvPr>
            <p:ph type="sldNum" sz="quarter" idx="10"/>
          </p:nvPr>
        </p:nvSpPr>
        <p:spPr/>
        <p:txBody>
          <a:bodyPr/>
          <a:lstStyle>
            <a:lvl1pPr>
              <a:defRPr/>
            </a:lvl1pPr>
          </a:lstStyle>
          <a:p>
            <a:pPr>
              <a:defRPr/>
            </a:pPr>
            <a:fld id="{073C29DC-2178-4274-9150-45F8EBD31C2D}" type="slidenum">
              <a:rPr lang="en-US"/>
              <a:pPr>
                <a:defRPr/>
              </a:pPr>
              <a:t>‹#›</a:t>
            </a:fld>
            <a:endParaRPr lang="en-US"/>
          </a:p>
        </p:txBody>
      </p:sp>
      <p:sp>
        <p:nvSpPr>
          <p:cNvPr id="2" name="Title 1"/>
          <p:cNvSpPr>
            <a:spLocks noGrp="1"/>
          </p:cNvSpPr>
          <p:nvPr>
            <p:ph type="title" hasCustomPrompt="1"/>
          </p:nvPr>
        </p:nvSpPr>
        <p:spPr>
          <a:xfrm>
            <a:off x="0" y="8744"/>
            <a:ext cx="9144000" cy="889000"/>
          </a:xfrm>
        </p:spPr>
        <p:txBody>
          <a:bodyPr/>
          <a:lstStyle>
            <a:lvl1pPr>
              <a:defRPr b="1">
                <a:solidFill>
                  <a:srgbClr val="4E519E"/>
                </a:solidFill>
              </a:defRPr>
            </a:lvl1pPr>
          </a:lstStyle>
          <a:p>
            <a:r>
              <a:rPr lang="en-US" dirty="0"/>
              <a:t>CHAPTER ****</a:t>
            </a:r>
          </a:p>
        </p:txBody>
      </p:sp>
      <p:sp>
        <p:nvSpPr>
          <p:cNvPr id="6" name="Footer Placeholder 2"/>
          <p:cNvSpPr>
            <a:spLocks noGrp="1"/>
          </p:cNvSpPr>
          <p:nvPr>
            <p:ph type="ftr" sz="quarter" idx="3"/>
          </p:nvPr>
        </p:nvSpPr>
        <p:spPr>
          <a:xfrm>
            <a:off x="0" y="6477000"/>
            <a:ext cx="8686800" cy="381000"/>
          </a:xfrm>
          <a:prstGeom prst="rect">
            <a:avLst/>
          </a:prstGeom>
          <a:noFill/>
        </p:spPr>
        <p:txBody>
          <a:bodyPr vert="horz" lIns="91440" tIns="45720" rIns="91440" bIns="45720" rtlCol="0" anchor="ctr"/>
          <a:lstStyle>
            <a:lvl1pPr algn="l">
              <a:buNone/>
              <a:defRPr sz="900">
                <a:solidFill>
                  <a:schemeClr val="tx1"/>
                </a:solidFill>
                <a:cs typeface="Arial" pitchFamily="34" charset="0"/>
              </a:defRPr>
            </a:lvl1pPr>
          </a:lstStyle>
          <a:p>
            <a:pPr fontAlgn="base">
              <a:spcAft>
                <a:spcPct val="0"/>
              </a:spcAft>
              <a:defRPr/>
            </a:pPr>
            <a:r>
              <a:rPr lang="en-US" dirty="0"/>
              <a:t>Mankiw, </a:t>
            </a:r>
            <a:r>
              <a:rPr lang="en-US" i="1" dirty="0"/>
              <a:t>Principles of Economics</a:t>
            </a:r>
            <a:r>
              <a:rPr lang="en-US" dirty="0"/>
              <a:t>, 11th Edition. © 2027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3560448305"/>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0" y="1"/>
            <a:ext cx="9143999" cy="961900"/>
          </a:xfrm>
        </p:spPr>
        <p:txBody>
          <a:bodyPr/>
          <a:lstStyle>
            <a:lvl1pPr>
              <a:defRPr>
                <a:solidFill>
                  <a:srgbClr val="4E519E"/>
                </a:solidFill>
              </a:defRPr>
            </a:lvl1pPr>
          </a:lstStyle>
          <a:p>
            <a:r>
              <a:rPr lang="en-US" dirty="0"/>
              <a:t>Click to edit Master title style</a:t>
            </a:r>
          </a:p>
        </p:txBody>
      </p:sp>
      <p:sp>
        <p:nvSpPr>
          <p:cNvPr id="3" name="Content Placeholder 2"/>
          <p:cNvSpPr>
            <a:spLocks noGrp="1"/>
          </p:cNvSpPr>
          <p:nvPr>
            <p:ph idx="1"/>
          </p:nvPr>
        </p:nvSpPr>
        <p:spPr/>
        <p:txBody>
          <a:bodyPr/>
          <a:lstStyle>
            <a:lvl1pPr>
              <a:defRPr>
                <a:solidFill>
                  <a:srgbClr val="AE1221"/>
                </a:solidFill>
              </a:defRPr>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3"/>
          <p:cNvSpPr>
            <a:spLocks noGrp="1" noChangeArrowheads="1"/>
          </p:cNvSpPr>
          <p:nvPr>
            <p:ph type="sldNum" sz="quarter" idx="10"/>
          </p:nvPr>
        </p:nvSpPr>
        <p:spPr/>
        <p:txBody>
          <a:bodyPr/>
          <a:lstStyle>
            <a:lvl1pPr>
              <a:defRPr/>
            </a:lvl1pPr>
          </a:lstStyle>
          <a:p>
            <a:pPr>
              <a:defRPr/>
            </a:pPr>
            <a:fld id="{073C29DC-2178-4274-9150-45F8EBD31C2D}" type="slidenum">
              <a:rPr lang="en-US"/>
              <a:pPr>
                <a:defRPr/>
              </a:pPr>
              <a:t>‹#›</a:t>
            </a:fld>
            <a:endParaRPr lang="en-US"/>
          </a:p>
        </p:txBody>
      </p:sp>
      <p:sp>
        <p:nvSpPr>
          <p:cNvPr id="5" name="Footer Placeholder 4"/>
          <p:cNvSpPr>
            <a:spLocks noGrp="1"/>
          </p:cNvSpPr>
          <p:nvPr>
            <p:ph type="ftr" sz="quarter" idx="11"/>
          </p:nvPr>
        </p:nvSpPr>
        <p:spPr>
          <a:xfrm>
            <a:off x="0" y="6359857"/>
            <a:ext cx="8763000" cy="498143"/>
          </a:xfrm>
          <a:prstGeom prst="rect">
            <a:avLst/>
          </a:prstGeom>
        </p:spPr>
        <p:txBody>
          <a:bodyPr/>
          <a:lstStyle>
            <a:lvl1pPr>
              <a:defRPr/>
            </a:lvl1pPr>
          </a:lstStyle>
          <a:p>
            <a:pPr>
              <a:defRPr/>
            </a:pPr>
            <a:r>
              <a:rPr lang="en-US" dirty="0">
                <a:solidFill>
                  <a:srgbClr val="000000"/>
                </a:solidFill>
              </a:rPr>
              <a:t>Mankiw, </a:t>
            </a:r>
            <a:r>
              <a:rPr lang="en-US" i="1" dirty="0">
                <a:solidFill>
                  <a:srgbClr val="000000"/>
                </a:solidFill>
              </a:rPr>
              <a:t>Principles of Economics</a:t>
            </a:r>
            <a:r>
              <a:rPr lang="en-US" dirty="0">
                <a:solidFill>
                  <a:srgbClr val="000000"/>
                </a:solidFill>
              </a:rPr>
              <a:t>, 11th Edition. © 2027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3046727519"/>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wipe(left)">
                                      <p:cBhvr>
                                        <p:cTn id="11" dur="500"/>
                                        <p:tgtEl>
                                          <p:spTgt spid="3">
                                            <p:txEl>
                                              <p:pRg st="1" end="1"/>
                                            </p:txEl>
                                          </p:spTgt>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wipe(left)">
                                      <p:cBhvr>
                                        <p:cTn id="15" dur="500"/>
                                        <p:tgtEl>
                                          <p:spTgt spid="3">
                                            <p:txEl>
                                              <p:pRg st="2" end="2"/>
                                            </p:txEl>
                                          </p:spTgt>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Effect transition="in" filter="wipe(left)">
                                      <p:cBhvr>
                                        <p:cTn id="19" dur="500"/>
                                        <p:tgtEl>
                                          <p:spTgt spid="3">
                                            <p:txEl>
                                              <p:pRg st="3" end="3"/>
                                            </p:txEl>
                                          </p:spTgt>
                                        </p:tgtEl>
                                      </p:cBhvr>
                                    </p:animEffect>
                                  </p:childTnLst>
                                </p:cTn>
                              </p:par>
                            </p:childTnLst>
                          </p:cTn>
                        </p:par>
                        <p:par>
                          <p:cTn id="20" fill="hold">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wipe(left)">
                                      <p:cBhvr>
                                        <p:cTn id="23"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tmplLst>
          <p:tmpl lvl="1">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2">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3">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4">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5">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Lst>
      </p:bldP>
    </p:bld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0" y="100939"/>
            <a:ext cx="9143999" cy="860961"/>
          </a:xfrm>
        </p:spPr>
        <p:txBody>
          <a:bodyPr/>
          <a:lstStyle>
            <a:lvl1pPr>
              <a:defRPr>
                <a:solidFill>
                  <a:srgbClr val="4E519E"/>
                </a:solidFill>
              </a:defRPr>
            </a:lvl1pPr>
          </a:lstStyle>
          <a:p>
            <a:r>
              <a:rPr lang="en-US" dirty="0"/>
              <a:t>Click to edit Master title style</a:t>
            </a:r>
          </a:p>
        </p:txBody>
      </p:sp>
      <p:sp>
        <p:nvSpPr>
          <p:cNvPr id="3" name="Content Placeholder 2"/>
          <p:cNvSpPr>
            <a:spLocks noGrp="1"/>
          </p:cNvSpPr>
          <p:nvPr>
            <p:ph idx="1"/>
          </p:nvPr>
        </p:nvSpPr>
        <p:spPr>
          <a:xfrm>
            <a:off x="277813" y="1025525"/>
            <a:ext cx="6656387" cy="5422900"/>
          </a:xfrm>
        </p:spPr>
        <p:txBody>
          <a:bodyPr/>
          <a:lstStyle>
            <a:lvl1pPr>
              <a:defRPr>
                <a:solidFill>
                  <a:srgbClr val="AE1221"/>
                </a:solidFill>
              </a:defRPr>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3"/>
          <p:cNvSpPr>
            <a:spLocks noGrp="1" noChangeArrowheads="1"/>
          </p:cNvSpPr>
          <p:nvPr>
            <p:ph type="sldNum" sz="quarter" idx="10"/>
          </p:nvPr>
        </p:nvSpPr>
        <p:spPr/>
        <p:txBody>
          <a:bodyPr/>
          <a:lstStyle>
            <a:lvl1pPr>
              <a:defRPr/>
            </a:lvl1pPr>
          </a:lstStyle>
          <a:p>
            <a:pPr>
              <a:defRPr/>
            </a:pPr>
            <a:fld id="{073C29DC-2178-4274-9150-45F8EBD31C2D}" type="slidenum">
              <a:rPr lang="en-US"/>
              <a:pPr>
                <a:defRPr/>
              </a:pPr>
              <a:t>‹#›</a:t>
            </a:fld>
            <a:endParaRPr lang="en-US"/>
          </a:p>
        </p:txBody>
      </p:sp>
      <p:sp>
        <p:nvSpPr>
          <p:cNvPr id="5" name="Footer Placeholder 4"/>
          <p:cNvSpPr>
            <a:spLocks noGrp="1"/>
          </p:cNvSpPr>
          <p:nvPr>
            <p:ph type="ftr" sz="quarter" idx="11"/>
          </p:nvPr>
        </p:nvSpPr>
        <p:spPr>
          <a:xfrm>
            <a:off x="0" y="6359857"/>
            <a:ext cx="8763000" cy="498143"/>
          </a:xfrm>
          <a:prstGeom prst="rect">
            <a:avLst/>
          </a:prstGeom>
        </p:spPr>
        <p:txBody>
          <a:bodyPr/>
          <a:lstStyle>
            <a:lvl1pPr>
              <a:defRPr/>
            </a:lvl1pPr>
          </a:lstStyle>
          <a:p>
            <a:pPr>
              <a:defRPr/>
            </a:pPr>
            <a:r>
              <a:rPr lang="en-US" dirty="0">
                <a:solidFill>
                  <a:srgbClr val="000000"/>
                </a:solidFill>
              </a:rPr>
              <a:t>Mankiw, </a:t>
            </a:r>
            <a:r>
              <a:rPr lang="en-US" i="1" dirty="0">
                <a:solidFill>
                  <a:srgbClr val="000000"/>
                </a:solidFill>
              </a:rPr>
              <a:t>Principles of Economics</a:t>
            </a:r>
            <a:r>
              <a:rPr lang="en-US" dirty="0">
                <a:solidFill>
                  <a:srgbClr val="000000"/>
                </a:solidFill>
              </a:rPr>
              <a:t>, 11th Edition. © 2027 Cengage. All Rights Reserved. May not be scanned, copied or duplicated, or posted to a publicly accessible website, in whole or in part.</a:t>
            </a:r>
          </a:p>
        </p:txBody>
      </p:sp>
      <p:sp>
        <p:nvSpPr>
          <p:cNvPr id="7" name="Text Placeholder 6"/>
          <p:cNvSpPr>
            <a:spLocks noGrp="1"/>
          </p:cNvSpPr>
          <p:nvPr>
            <p:ph type="body" sz="quarter" idx="12"/>
          </p:nvPr>
        </p:nvSpPr>
        <p:spPr>
          <a:xfrm>
            <a:off x="7010400" y="4191000"/>
            <a:ext cx="2133600" cy="1295400"/>
          </a:xfrm>
        </p:spPr>
        <p:txBody>
          <a:bodyPr/>
          <a:lstStyle>
            <a:lvl1pPr marL="0" indent="0">
              <a:buNone/>
              <a:defRPr sz="2000" i="1">
                <a:solidFill>
                  <a:srgbClr val="4E519E"/>
                </a:solidFill>
                <a:latin typeface="Cambria" panose="02040503050406030204" pitchFamily="18" charset="0"/>
                <a:sym typeface="Wingdings" panose="05000000000000000000" pitchFamily="2" charset="2"/>
              </a:defRPr>
            </a:lvl1pPr>
            <a:lvl2pPr marL="457200" indent="0">
              <a:buNone/>
              <a:defRPr sz="1800"/>
            </a:lvl2pPr>
            <a:lvl3pPr marL="914400" indent="0">
              <a:buNone/>
              <a:defRPr sz="1800"/>
            </a:lvl3pPr>
            <a:lvl4pPr marL="1371600" indent="0">
              <a:buNone/>
              <a:defRPr sz="1800"/>
            </a:lvl4pPr>
            <a:lvl5pPr marL="1828800" indent="0">
              <a:buNone/>
              <a:defRPr sz="1800"/>
            </a:lvl5pPr>
          </a:lstStyle>
          <a:p>
            <a:pPr lvl="0"/>
            <a:r>
              <a:rPr lang="en-US" dirty="0"/>
              <a:t>Click to edit Master text styles</a:t>
            </a:r>
          </a:p>
          <a:p>
            <a:pPr lvl="0"/>
            <a:r>
              <a:rPr lang="en-US" dirty="0"/>
              <a:t>Picture comment </a:t>
            </a:r>
          </a:p>
        </p:txBody>
      </p:sp>
    </p:spTree>
    <p:extLst>
      <p:ext uri="{BB962C8B-B14F-4D97-AF65-F5344CB8AC3E}">
        <p14:creationId xmlns:p14="http://schemas.microsoft.com/office/powerpoint/2010/main" val="2600461"/>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wipe(left)">
                                      <p:cBhvr>
                                        <p:cTn id="11" dur="500"/>
                                        <p:tgtEl>
                                          <p:spTgt spid="3">
                                            <p:txEl>
                                              <p:pRg st="1" end="1"/>
                                            </p:txEl>
                                          </p:spTgt>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wipe(left)">
                                      <p:cBhvr>
                                        <p:cTn id="15" dur="500"/>
                                        <p:tgtEl>
                                          <p:spTgt spid="3">
                                            <p:txEl>
                                              <p:pRg st="2" end="2"/>
                                            </p:txEl>
                                          </p:spTgt>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Effect transition="in" filter="wipe(left)">
                                      <p:cBhvr>
                                        <p:cTn id="19" dur="500"/>
                                        <p:tgtEl>
                                          <p:spTgt spid="3">
                                            <p:txEl>
                                              <p:pRg st="3" end="3"/>
                                            </p:txEl>
                                          </p:spTgt>
                                        </p:tgtEl>
                                      </p:cBhvr>
                                    </p:animEffect>
                                  </p:childTnLst>
                                </p:cTn>
                              </p:par>
                            </p:childTnLst>
                          </p:cTn>
                        </p:par>
                        <p:par>
                          <p:cTn id="20" fill="hold">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wipe(left)">
                                      <p:cBhvr>
                                        <p:cTn id="23"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tmplLst>
          <p:tmpl lvl="1">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2">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3">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4">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5">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Lst>
      </p:bldP>
    </p:bld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0" y="100939"/>
            <a:ext cx="9143999" cy="860961"/>
          </a:xfrm>
        </p:spPr>
        <p:txBody>
          <a:bodyPr/>
          <a:lstStyle>
            <a:lvl1pPr>
              <a:defRPr>
                <a:solidFill>
                  <a:srgbClr val="4E519E"/>
                </a:solidFill>
              </a:defRPr>
            </a:lvl1pPr>
          </a:lstStyle>
          <a:p>
            <a:r>
              <a:rPr lang="en-US" dirty="0"/>
              <a:t>Click to edit Master title style</a:t>
            </a:r>
          </a:p>
        </p:txBody>
      </p:sp>
      <p:sp>
        <p:nvSpPr>
          <p:cNvPr id="3" name="Content Placeholder 2"/>
          <p:cNvSpPr>
            <a:spLocks noGrp="1"/>
          </p:cNvSpPr>
          <p:nvPr>
            <p:ph idx="1"/>
          </p:nvPr>
        </p:nvSpPr>
        <p:spPr>
          <a:xfrm>
            <a:off x="277813" y="1025525"/>
            <a:ext cx="8588375" cy="2479675"/>
          </a:xfrm>
        </p:spPr>
        <p:txBody>
          <a:bodyPr/>
          <a:lstStyle>
            <a:lvl1pPr>
              <a:defRPr>
                <a:solidFill>
                  <a:srgbClr val="AE1221"/>
                </a:solidFill>
              </a:defRPr>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3"/>
          <p:cNvSpPr>
            <a:spLocks noGrp="1" noChangeArrowheads="1"/>
          </p:cNvSpPr>
          <p:nvPr>
            <p:ph type="sldNum" sz="quarter" idx="10"/>
          </p:nvPr>
        </p:nvSpPr>
        <p:spPr/>
        <p:txBody>
          <a:bodyPr/>
          <a:lstStyle>
            <a:lvl1pPr>
              <a:defRPr/>
            </a:lvl1pPr>
          </a:lstStyle>
          <a:p>
            <a:pPr>
              <a:defRPr/>
            </a:pPr>
            <a:fld id="{073C29DC-2178-4274-9150-45F8EBD31C2D}" type="slidenum">
              <a:rPr lang="en-US"/>
              <a:pPr>
                <a:defRPr/>
              </a:pPr>
              <a:t>‹#›</a:t>
            </a:fld>
            <a:endParaRPr lang="en-US"/>
          </a:p>
        </p:txBody>
      </p:sp>
      <p:sp>
        <p:nvSpPr>
          <p:cNvPr id="5" name="Footer Placeholder 4"/>
          <p:cNvSpPr>
            <a:spLocks noGrp="1"/>
          </p:cNvSpPr>
          <p:nvPr>
            <p:ph type="ftr" sz="quarter" idx="11"/>
          </p:nvPr>
        </p:nvSpPr>
        <p:spPr>
          <a:xfrm>
            <a:off x="0" y="6359857"/>
            <a:ext cx="8763000" cy="498143"/>
          </a:xfrm>
          <a:prstGeom prst="rect">
            <a:avLst/>
          </a:prstGeom>
        </p:spPr>
        <p:txBody>
          <a:bodyPr/>
          <a:lstStyle>
            <a:lvl1pPr>
              <a:defRPr/>
            </a:lvl1pPr>
          </a:lstStyle>
          <a:p>
            <a:pPr>
              <a:defRPr/>
            </a:pPr>
            <a:r>
              <a:rPr lang="en-US" dirty="0">
                <a:solidFill>
                  <a:srgbClr val="000000"/>
                </a:solidFill>
              </a:rPr>
              <a:t>Mankiw, </a:t>
            </a:r>
            <a:r>
              <a:rPr lang="en-US" i="1" dirty="0">
                <a:solidFill>
                  <a:srgbClr val="000000"/>
                </a:solidFill>
              </a:rPr>
              <a:t>Principles of Economics</a:t>
            </a:r>
            <a:r>
              <a:rPr lang="en-US" dirty="0">
                <a:solidFill>
                  <a:srgbClr val="000000"/>
                </a:solidFill>
              </a:rPr>
              <a:t>, 11th Edition. © 2027 Cengage. All Rights Reserved. May not be scanned, copied or duplicated, or posted to a publicly accessible website, in whole or in part.</a:t>
            </a:r>
          </a:p>
        </p:txBody>
      </p:sp>
      <p:sp>
        <p:nvSpPr>
          <p:cNvPr id="7" name="Text Placeholder 6"/>
          <p:cNvSpPr>
            <a:spLocks noGrp="1"/>
          </p:cNvSpPr>
          <p:nvPr>
            <p:ph type="body" sz="quarter" idx="12"/>
          </p:nvPr>
        </p:nvSpPr>
        <p:spPr>
          <a:xfrm>
            <a:off x="304800" y="3581400"/>
            <a:ext cx="8686800" cy="2590800"/>
          </a:xfrm>
        </p:spPr>
        <p:txBody>
          <a:bodyPr/>
          <a:lstStyle>
            <a:lvl1pPr>
              <a:defRPr>
                <a:solidFill>
                  <a:srgbClr val="AE1221"/>
                </a:solidFill>
              </a:defRPr>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883470419"/>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wipe(left)">
                                      <p:cBhvr>
                                        <p:cTn id="11" dur="500"/>
                                        <p:tgtEl>
                                          <p:spTgt spid="3">
                                            <p:txEl>
                                              <p:pRg st="1" end="1"/>
                                            </p:txEl>
                                          </p:spTgt>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wipe(left)">
                                      <p:cBhvr>
                                        <p:cTn id="15" dur="500"/>
                                        <p:tgtEl>
                                          <p:spTgt spid="3">
                                            <p:txEl>
                                              <p:pRg st="2" end="2"/>
                                            </p:txEl>
                                          </p:spTgt>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Effect transition="in" filter="wipe(left)">
                                      <p:cBhvr>
                                        <p:cTn id="19" dur="500"/>
                                        <p:tgtEl>
                                          <p:spTgt spid="3">
                                            <p:txEl>
                                              <p:pRg st="3" end="3"/>
                                            </p:txEl>
                                          </p:spTgt>
                                        </p:tgtEl>
                                      </p:cBhvr>
                                    </p:animEffect>
                                  </p:childTnLst>
                                </p:cTn>
                              </p:par>
                            </p:childTnLst>
                          </p:cTn>
                        </p:par>
                        <p:par>
                          <p:cTn id="20" fill="hold">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wipe(left)">
                                      <p:cBhvr>
                                        <p:cTn id="23" dur="500"/>
                                        <p:tgtEl>
                                          <p:spTgt spid="3">
                                            <p:txEl>
                                              <p:pRg st="4" end="4"/>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7">
                                            <p:txEl>
                                              <p:pRg st="0" end="0"/>
                                            </p:txEl>
                                          </p:spTgt>
                                        </p:tgtEl>
                                        <p:attrNameLst>
                                          <p:attrName>style.visibility</p:attrName>
                                        </p:attrNameLst>
                                      </p:cBhvr>
                                      <p:to>
                                        <p:strVal val="visible"/>
                                      </p:to>
                                    </p:set>
                                    <p:animEffect transition="in" filter="wipe(left)">
                                      <p:cBhvr>
                                        <p:cTn id="28" dur="500"/>
                                        <p:tgtEl>
                                          <p:spTgt spid="7">
                                            <p:txEl>
                                              <p:pRg st="0" end="0"/>
                                            </p:txEl>
                                          </p:spTgt>
                                        </p:tgtEl>
                                      </p:cBhvr>
                                    </p:animEffect>
                                  </p:childTnLst>
                                </p:cTn>
                              </p:par>
                            </p:childTnLst>
                          </p:cTn>
                        </p:par>
                        <p:par>
                          <p:cTn id="29" fill="hold">
                            <p:stCondLst>
                              <p:cond delay="500"/>
                            </p:stCondLst>
                            <p:childTnLst>
                              <p:par>
                                <p:cTn id="30" presetID="22" presetClass="entr" presetSubtype="8" fill="hold" grpId="0" nodeType="afterEffect">
                                  <p:stCondLst>
                                    <p:cond delay="0"/>
                                  </p:stCondLst>
                                  <p:childTnLst>
                                    <p:set>
                                      <p:cBhvr>
                                        <p:cTn id="31" dur="1" fill="hold">
                                          <p:stCondLst>
                                            <p:cond delay="0"/>
                                          </p:stCondLst>
                                        </p:cTn>
                                        <p:tgtEl>
                                          <p:spTgt spid="7">
                                            <p:txEl>
                                              <p:pRg st="1" end="1"/>
                                            </p:txEl>
                                          </p:spTgt>
                                        </p:tgtEl>
                                        <p:attrNameLst>
                                          <p:attrName>style.visibility</p:attrName>
                                        </p:attrNameLst>
                                      </p:cBhvr>
                                      <p:to>
                                        <p:strVal val="visible"/>
                                      </p:to>
                                    </p:set>
                                    <p:animEffect transition="in" filter="wipe(left)">
                                      <p:cBhvr>
                                        <p:cTn id="32" dur="500"/>
                                        <p:tgtEl>
                                          <p:spTgt spid="7">
                                            <p:txEl>
                                              <p:pRg st="1" end="1"/>
                                            </p:txEl>
                                          </p:spTgt>
                                        </p:tgtEl>
                                      </p:cBhvr>
                                    </p:animEffect>
                                  </p:childTnLst>
                                </p:cTn>
                              </p:par>
                            </p:childTnLst>
                          </p:cTn>
                        </p:par>
                        <p:par>
                          <p:cTn id="33" fill="hold">
                            <p:stCondLst>
                              <p:cond delay="1000"/>
                            </p:stCondLst>
                            <p:childTnLst>
                              <p:par>
                                <p:cTn id="34" presetID="22" presetClass="entr" presetSubtype="8" fill="hold" grpId="0" nodeType="afterEffect">
                                  <p:stCondLst>
                                    <p:cond delay="0"/>
                                  </p:stCondLst>
                                  <p:childTnLst>
                                    <p:set>
                                      <p:cBhvr>
                                        <p:cTn id="35" dur="1" fill="hold">
                                          <p:stCondLst>
                                            <p:cond delay="0"/>
                                          </p:stCondLst>
                                        </p:cTn>
                                        <p:tgtEl>
                                          <p:spTgt spid="7">
                                            <p:txEl>
                                              <p:pRg st="2" end="2"/>
                                            </p:txEl>
                                          </p:spTgt>
                                        </p:tgtEl>
                                        <p:attrNameLst>
                                          <p:attrName>style.visibility</p:attrName>
                                        </p:attrNameLst>
                                      </p:cBhvr>
                                      <p:to>
                                        <p:strVal val="visible"/>
                                      </p:to>
                                    </p:set>
                                    <p:animEffect transition="in" filter="wipe(left)">
                                      <p:cBhvr>
                                        <p:cTn id="36" dur="500"/>
                                        <p:tgtEl>
                                          <p:spTgt spid="7">
                                            <p:txEl>
                                              <p:pRg st="2" end="2"/>
                                            </p:txEl>
                                          </p:spTgt>
                                        </p:tgtEl>
                                      </p:cBhvr>
                                    </p:animEffect>
                                  </p:childTnLst>
                                </p:cTn>
                              </p:par>
                            </p:childTnLst>
                          </p:cTn>
                        </p:par>
                        <p:par>
                          <p:cTn id="37" fill="hold">
                            <p:stCondLst>
                              <p:cond delay="1500"/>
                            </p:stCondLst>
                            <p:childTnLst>
                              <p:par>
                                <p:cTn id="38" presetID="22" presetClass="entr" presetSubtype="8" fill="hold" grpId="0" nodeType="afterEffect">
                                  <p:stCondLst>
                                    <p:cond delay="0"/>
                                  </p:stCondLst>
                                  <p:childTnLst>
                                    <p:set>
                                      <p:cBhvr>
                                        <p:cTn id="39" dur="1" fill="hold">
                                          <p:stCondLst>
                                            <p:cond delay="0"/>
                                          </p:stCondLst>
                                        </p:cTn>
                                        <p:tgtEl>
                                          <p:spTgt spid="7">
                                            <p:txEl>
                                              <p:pRg st="3" end="3"/>
                                            </p:txEl>
                                          </p:spTgt>
                                        </p:tgtEl>
                                        <p:attrNameLst>
                                          <p:attrName>style.visibility</p:attrName>
                                        </p:attrNameLst>
                                      </p:cBhvr>
                                      <p:to>
                                        <p:strVal val="visible"/>
                                      </p:to>
                                    </p:set>
                                    <p:animEffect transition="in" filter="wipe(left)">
                                      <p:cBhvr>
                                        <p:cTn id="40" dur="500"/>
                                        <p:tgtEl>
                                          <p:spTgt spid="7">
                                            <p:txEl>
                                              <p:pRg st="3" end="3"/>
                                            </p:txEl>
                                          </p:spTgt>
                                        </p:tgtEl>
                                      </p:cBhvr>
                                    </p:animEffect>
                                  </p:childTnLst>
                                </p:cTn>
                              </p:par>
                            </p:childTnLst>
                          </p:cTn>
                        </p:par>
                        <p:par>
                          <p:cTn id="41" fill="hold">
                            <p:stCondLst>
                              <p:cond delay="2000"/>
                            </p:stCondLst>
                            <p:childTnLst>
                              <p:par>
                                <p:cTn id="42" presetID="22" presetClass="entr" presetSubtype="8" fill="hold" grpId="0" nodeType="afterEffect">
                                  <p:stCondLst>
                                    <p:cond delay="0"/>
                                  </p:stCondLst>
                                  <p:childTnLst>
                                    <p:set>
                                      <p:cBhvr>
                                        <p:cTn id="43" dur="1" fill="hold">
                                          <p:stCondLst>
                                            <p:cond delay="0"/>
                                          </p:stCondLst>
                                        </p:cTn>
                                        <p:tgtEl>
                                          <p:spTgt spid="7">
                                            <p:txEl>
                                              <p:pRg st="4" end="4"/>
                                            </p:txEl>
                                          </p:spTgt>
                                        </p:tgtEl>
                                        <p:attrNameLst>
                                          <p:attrName>style.visibility</p:attrName>
                                        </p:attrNameLst>
                                      </p:cBhvr>
                                      <p:to>
                                        <p:strVal val="visible"/>
                                      </p:to>
                                    </p:set>
                                    <p:animEffect transition="in" filter="wipe(left)">
                                      <p:cBhvr>
                                        <p:cTn id="44" dur="500"/>
                                        <p:tgtEl>
                                          <p:spTgt spid="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tmplLst>
          <p:tmpl lvl="1">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2">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3">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4">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5">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Lst>
      </p:bldP>
      <p:bldP spid="7" grpId="0" uiExpand="1" build="p">
        <p:tmplLst>
          <p:tmpl lvl="1">
            <p:tnLst>
              <p:par>
                <p:cTn presetID="22" presetClass="entr" presetSubtype="8" fill="hold" nodeType="clickEffect">
                  <p:stCondLst>
                    <p:cond delay="0"/>
                  </p:stCondLst>
                  <p:childTnLst>
                    <p:set>
                      <p:cBhvr>
                        <p:cTn dur="1" fill="hold">
                          <p:stCondLst>
                            <p:cond delay="0"/>
                          </p:stCondLst>
                        </p:cTn>
                        <p:tgtEl>
                          <p:spTgt spid="7"/>
                        </p:tgtEl>
                        <p:attrNameLst>
                          <p:attrName>style.visibility</p:attrName>
                        </p:attrNameLst>
                      </p:cBhvr>
                      <p:to>
                        <p:strVal val="visible"/>
                      </p:to>
                    </p:set>
                    <p:animEffect transition="in" filter="wipe(left)">
                      <p:cBhvr>
                        <p:cTn dur="500"/>
                        <p:tgtEl>
                          <p:spTgt spid="7"/>
                        </p:tgtEl>
                      </p:cBhvr>
                    </p:animEffect>
                  </p:childTnLst>
                </p:cTn>
              </p:par>
            </p:tnLst>
          </p:tmpl>
          <p:tmpl lvl="2">
            <p:tnLst>
              <p:par>
                <p:cTn presetID="22" presetClass="entr" presetSubtype="8" fill="hold" nodeType="afterEffect">
                  <p:stCondLst>
                    <p:cond delay="0"/>
                  </p:stCondLst>
                  <p:childTnLst>
                    <p:set>
                      <p:cBhvr>
                        <p:cTn dur="1" fill="hold">
                          <p:stCondLst>
                            <p:cond delay="0"/>
                          </p:stCondLst>
                        </p:cTn>
                        <p:tgtEl>
                          <p:spTgt spid="7"/>
                        </p:tgtEl>
                        <p:attrNameLst>
                          <p:attrName>style.visibility</p:attrName>
                        </p:attrNameLst>
                      </p:cBhvr>
                      <p:to>
                        <p:strVal val="visible"/>
                      </p:to>
                    </p:set>
                    <p:animEffect transition="in" filter="wipe(left)">
                      <p:cBhvr>
                        <p:cTn dur="500"/>
                        <p:tgtEl>
                          <p:spTgt spid="7"/>
                        </p:tgtEl>
                      </p:cBhvr>
                    </p:animEffect>
                  </p:childTnLst>
                </p:cTn>
              </p:par>
            </p:tnLst>
          </p:tmpl>
          <p:tmpl lvl="3">
            <p:tnLst>
              <p:par>
                <p:cTn presetID="22" presetClass="entr" presetSubtype="8" fill="hold" nodeType="afterEffect">
                  <p:stCondLst>
                    <p:cond delay="0"/>
                  </p:stCondLst>
                  <p:childTnLst>
                    <p:set>
                      <p:cBhvr>
                        <p:cTn dur="1" fill="hold">
                          <p:stCondLst>
                            <p:cond delay="0"/>
                          </p:stCondLst>
                        </p:cTn>
                        <p:tgtEl>
                          <p:spTgt spid="7"/>
                        </p:tgtEl>
                        <p:attrNameLst>
                          <p:attrName>style.visibility</p:attrName>
                        </p:attrNameLst>
                      </p:cBhvr>
                      <p:to>
                        <p:strVal val="visible"/>
                      </p:to>
                    </p:set>
                    <p:animEffect transition="in" filter="wipe(left)">
                      <p:cBhvr>
                        <p:cTn dur="500"/>
                        <p:tgtEl>
                          <p:spTgt spid="7"/>
                        </p:tgtEl>
                      </p:cBhvr>
                    </p:animEffect>
                  </p:childTnLst>
                </p:cTn>
              </p:par>
            </p:tnLst>
          </p:tmpl>
          <p:tmpl lvl="4">
            <p:tnLst>
              <p:par>
                <p:cTn presetID="22" presetClass="entr" presetSubtype="8" fill="hold" nodeType="afterEffect">
                  <p:stCondLst>
                    <p:cond delay="0"/>
                  </p:stCondLst>
                  <p:childTnLst>
                    <p:set>
                      <p:cBhvr>
                        <p:cTn dur="1" fill="hold">
                          <p:stCondLst>
                            <p:cond delay="0"/>
                          </p:stCondLst>
                        </p:cTn>
                        <p:tgtEl>
                          <p:spTgt spid="7"/>
                        </p:tgtEl>
                        <p:attrNameLst>
                          <p:attrName>style.visibility</p:attrName>
                        </p:attrNameLst>
                      </p:cBhvr>
                      <p:to>
                        <p:strVal val="visible"/>
                      </p:to>
                    </p:set>
                    <p:animEffect transition="in" filter="wipe(left)">
                      <p:cBhvr>
                        <p:cTn dur="500"/>
                        <p:tgtEl>
                          <p:spTgt spid="7"/>
                        </p:tgtEl>
                      </p:cBhvr>
                    </p:animEffect>
                  </p:childTnLst>
                </p:cTn>
              </p:par>
            </p:tnLst>
          </p:tmpl>
          <p:tmpl lvl="5">
            <p:tnLst>
              <p:par>
                <p:cTn presetID="22" presetClass="entr" presetSubtype="8" fill="hold" nodeType="afterEffect">
                  <p:stCondLst>
                    <p:cond delay="0"/>
                  </p:stCondLst>
                  <p:childTnLst>
                    <p:set>
                      <p:cBhvr>
                        <p:cTn dur="1" fill="hold">
                          <p:stCondLst>
                            <p:cond delay="0"/>
                          </p:stCondLst>
                        </p:cTn>
                        <p:tgtEl>
                          <p:spTgt spid="7"/>
                        </p:tgtEl>
                        <p:attrNameLst>
                          <p:attrName>style.visibility</p:attrName>
                        </p:attrNameLst>
                      </p:cBhvr>
                      <p:to>
                        <p:strVal val="visible"/>
                      </p:to>
                    </p:set>
                    <p:animEffect transition="in" filter="wipe(left)">
                      <p:cBhvr>
                        <p:cTn dur="500"/>
                        <p:tgtEl>
                          <p:spTgt spid="7"/>
                        </p:tgtEl>
                      </p:cBhvr>
                    </p:animEffect>
                  </p:childTnLst>
                </p:cTn>
              </p:par>
            </p:tnLst>
          </p:tmpl>
        </p:tmplLst>
      </p:bldP>
    </p:bld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solidFill>
                  <a:schemeClr val="tx1"/>
                </a:solidFill>
              </a:defRPr>
            </a:lvl1pPr>
          </a:lstStyle>
          <a:p>
            <a:r>
              <a:rPr lang="en-US" dirty="0"/>
              <a:t>Click to edit Master title style</a:t>
            </a:r>
          </a:p>
        </p:txBody>
      </p:sp>
      <p:sp>
        <p:nvSpPr>
          <p:cNvPr id="6" name="Text Placeholder 5"/>
          <p:cNvSpPr>
            <a:spLocks noGrp="1"/>
          </p:cNvSpPr>
          <p:nvPr>
            <p:ph type="body" sz="quarter" idx="12"/>
          </p:nvPr>
        </p:nvSpPr>
        <p:spPr>
          <a:xfrm>
            <a:off x="5435600" y="901700"/>
            <a:ext cx="3365500" cy="4826000"/>
          </a:xfrm>
        </p:spPr>
        <p:txBody>
          <a:bodyPr/>
          <a:lstStyle>
            <a:lvl1pPr marL="0" indent="0" algn="l">
              <a:spcBef>
                <a:spcPts val="0"/>
              </a:spcBef>
              <a:defRPr sz="1600"/>
            </a:lvl1pPr>
          </a:lstStyle>
          <a:p>
            <a:pPr lvl="0"/>
            <a:r>
              <a:rPr lang="en-US" dirty="0"/>
              <a:t>Click to edit Master text styles</a:t>
            </a:r>
          </a:p>
        </p:txBody>
      </p:sp>
      <p:sp>
        <p:nvSpPr>
          <p:cNvPr id="4" name="Rectangle 13"/>
          <p:cNvSpPr>
            <a:spLocks noGrp="1" noChangeArrowheads="1"/>
          </p:cNvSpPr>
          <p:nvPr>
            <p:ph type="sldNum" sz="quarter" idx="13"/>
          </p:nvPr>
        </p:nvSpPr>
        <p:spPr>
          <a:ln/>
        </p:spPr>
        <p:txBody>
          <a:bodyPr/>
          <a:lstStyle>
            <a:lvl1pPr>
              <a:defRPr/>
            </a:lvl1pPr>
          </a:lstStyle>
          <a:p>
            <a:pPr>
              <a:defRPr/>
            </a:pPr>
            <a:fld id="{2F37425F-5E17-4209-B948-B5CE2119E408}" type="slidenum">
              <a:rPr lang="en-US"/>
              <a:pPr>
                <a:defRPr/>
              </a:pPr>
              <a:t>‹#›</a:t>
            </a:fld>
            <a:endParaRPr lang="en-US" dirty="0"/>
          </a:p>
        </p:txBody>
      </p:sp>
      <p:sp>
        <p:nvSpPr>
          <p:cNvPr id="5" name="Footer Placeholder 4"/>
          <p:cNvSpPr>
            <a:spLocks noGrp="1"/>
          </p:cNvSpPr>
          <p:nvPr>
            <p:ph type="ftr" sz="quarter" idx="14"/>
          </p:nvPr>
        </p:nvSpPr>
        <p:spPr/>
        <p:txBody>
          <a:bodyPr/>
          <a:lstStyle>
            <a:lvl1pPr>
              <a:defRPr/>
            </a:lvl1pPr>
          </a:lstStyle>
          <a:p>
            <a:pPr>
              <a:defRPr/>
            </a:pPr>
            <a:r>
              <a:rPr lang="en-US" dirty="0">
                <a:solidFill>
                  <a:srgbClr val="000000"/>
                </a:solidFill>
              </a:rPr>
              <a:t>Mankiw, </a:t>
            </a:r>
            <a:r>
              <a:rPr lang="en-US" i="1" dirty="0">
                <a:solidFill>
                  <a:srgbClr val="000000"/>
                </a:solidFill>
              </a:rPr>
              <a:t>Principles of Economics</a:t>
            </a:r>
            <a:r>
              <a:rPr lang="en-US" dirty="0">
                <a:solidFill>
                  <a:srgbClr val="000000"/>
                </a:solidFill>
              </a:rPr>
              <a:t>, 11th Edition. © 2027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2997577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solidFill>
                  <a:schemeClr val="tx1"/>
                </a:solidFill>
              </a:defRPr>
            </a:lvl1pPr>
          </a:lstStyle>
          <a:p>
            <a:r>
              <a:rPr lang="en-US" dirty="0"/>
              <a:t>Click to edit Master title style</a:t>
            </a:r>
          </a:p>
        </p:txBody>
      </p:sp>
      <p:sp>
        <p:nvSpPr>
          <p:cNvPr id="6" name="Text Placeholder 5"/>
          <p:cNvSpPr>
            <a:spLocks noGrp="1"/>
          </p:cNvSpPr>
          <p:nvPr>
            <p:ph type="body" sz="quarter" idx="12"/>
          </p:nvPr>
        </p:nvSpPr>
        <p:spPr>
          <a:xfrm>
            <a:off x="5435600" y="901700"/>
            <a:ext cx="3365500" cy="4826000"/>
          </a:xfrm>
        </p:spPr>
        <p:txBody>
          <a:bodyPr/>
          <a:lstStyle>
            <a:lvl1pPr marL="0" indent="0" algn="l">
              <a:spcBef>
                <a:spcPts val="0"/>
              </a:spcBef>
              <a:defRPr sz="1600"/>
            </a:lvl1pPr>
          </a:lstStyle>
          <a:p>
            <a:pPr lvl="0"/>
            <a:r>
              <a:rPr lang="en-US" dirty="0"/>
              <a:t>Click to edit Master text styles</a:t>
            </a:r>
          </a:p>
        </p:txBody>
      </p:sp>
      <p:sp>
        <p:nvSpPr>
          <p:cNvPr id="4" name="Rectangle 13"/>
          <p:cNvSpPr>
            <a:spLocks noGrp="1" noChangeArrowheads="1"/>
          </p:cNvSpPr>
          <p:nvPr>
            <p:ph type="sldNum" sz="quarter" idx="13"/>
          </p:nvPr>
        </p:nvSpPr>
        <p:spPr>
          <a:ln/>
        </p:spPr>
        <p:txBody>
          <a:bodyPr/>
          <a:lstStyle>
            <a:lvl1pPr>
              <a:defRPr/>
            </a:lvl1pPr>
          </a:lstStyle>
          <a:p>
            <a:pPr>
              <a:defRPr/>
            </a:pPr>
            <a:fld id="{2F37425F-5E17-4209-B948-B5CE2119E408}" type="slidenum">
              <a:rPr lang="en-US"/>
              <a:pPr>
                <a:defRPr/>
              </a:pPr>
              <a:t>‹#›</a:t>
            </a:fld>
            <a:endParaRPr lang="en-US" dirty="0"/>
          </a:p>
        </p:txBody>
      </p:sp>
      <p:sp>
        <p:nvSpPr>
          <p:cNvPr id="5" name="Footer Placeholder 4"/>
          <p:cNvSpPr>
            <a:spLocks noGrp="1"/>
          </p:cNvSpPr>
          <p:nvPr>
            <p:ph type="ftr" sz="quarter" idx="14"/>
          </p:nvPr>
        </p:nvSpPr>
        <p:spPr/>
        <p:txBody>
          <a:bodyPr/>
          <a:lstStyle>
            <a:lvl1pPr>
              <a:defRPr/>
            </a:lvl1pPr>
          </a:lstStyle>
          <a:p>
            <a:pPr>
              <a:defRPr/>
            </a:pPr>
            <a:r>
              <a:rPr lang="en-US" dirty="0">
                <a:solidFill>
                  <a:srgbClr val="000000"/>
                </a:solidFill>
              </a:rPr>
              <a:t>Mankiw, </a:t>
            </a:r>
            <a:r>
              <a:rPr lang="en-US" i="1" dirty="0">
                <a:solidFill>
                  <a:srgbClr val="000000"/>
                </a:solidFill>
              </a:rPr>
              <a:t>Principles of Economics</a:t>
            </a:r>
            <a:r>
              <a:rPr lang="en-US" dirty="0">
                <a:solidFill>
                  <a:srgbClr val="000000"/>
                </a:solidFill>
              </a:rPr>
              <a:t>, 11th Edition. © 2027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2188849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 preserve="1">
  <p:cSld name="Active Learning1">
    <p:spTree>
      <p:nvGrpSpPr>
        <p:cNvPr id="1" name=""/>
        <p:cNvGrpSpPr/>
        <p:nvPr/>
      </p:nvGrpSpPr>
      <p:grpSpPr>
        <a:xfrm>
          <a:off x="0" y="0"/>
          <a:ext cx="0" cy="0"/>
          <a:chOff x="0" y="0"/>
          <a:chExt cx="0" cy="0"/>
        </a:xfrm>
      </p:grpSpPr>
      <p:sp>
        <p:nvSpPr>
          <p:cNvPr id="2" name="Title 1"/>
          <p:cNvSpPr>
            <a:spLocks noGrp="1"/>
          </p:cNvSpPr>
          <p:nvPr>
            <p:ph type="title"/>
          </p:nvPr>
        </p:nvSpPr>
        <p:spPr>
          <a:xfrm>
            <a:off x="0" y="7937"/>
            <a:ext cx="9139238" cy="830263"/>
          </a:xfrm>
        </p:spPr>
        <p:txBody>
          <a:bodyPr/>
          <a:lstStyle>
            <a:lvl1pPr>
              <a:defRPr sz="3200">
                <a:solidFill>
                  <a:srgbClr val="AE1221"/>
                </a:solidFill>
              </a:defRPr>
            </a:lvl1pPr>
          </a:lstStyle>
          <a:p>
            <a:r>
              <a:rPr lang="en-US" dirty="0"/>
              <a:t>Click to edit Master title style</a:t>
            </a:r>
          </a:p>
        </p:txBody>
      </p:sp>
      <p:sp>
        <p:nvSpPr>
          <p:cNvPr id="3" name="Content Placeholder 2"/>
          <p:cNvSpPr>
            <a:spLocks noGrp="1"/>
          </p:cNvSpPr>
          <p:nvPr>
            <p:ph idx="1"/>
          </p:nvPr>
        </p:nvSpPr>
        <p:spPr>
          <a:xfrm>
            <a:off x="347241" y="914400"/>
            <a:ext cx="8518947" cy="5534025"/>
          </a:xfrm>
          <a:prstGeom prst="rect">
            <a:avLst/>
          </a:prstGeom>
        </p:spPr>
        <p:txBody>
          <a:bodyPr/>
          <a:lstStyle>
            <a:lvl1pPr>
              <a:defRPr sz="3200">
                <a:solidFill>
                  <a:schemeClr val="tx2"/>
                </a:solidFill>
              </a:defRPr>
            </a:lvl1pPr>
            <a:lvl2pPr>
              <a:defRPr sz="2800">
                <a:solidFill>
                  <a:schemeClr val="tx2"/>
                </a:solidFill>
              </a:defRPr>
            </a:lvl2pPr>
            <a:lvl3pPr>
              <a:defRPr sz="2400">
                <a:solidFill>
                  <a:schemeClr val="tx2"/>
                </a:solidFill>
              </a:defRPr>
            </a:lvl3pPr>
            <a:lvl4pPr>
              <a:defRPr sz="2000">
                <a:solidFill>
                  <a:schemeClr val="tx2"/>
                </a:solidFill>
              </a:defRPr>
            </a:lvl4pPr>
            <a:lvl5pPr>
              <a:defRPr sz="1800">
                <a:solidFill>
                  <a:schemeClr val="tx2"/>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3"/>
          <p:cNvSpPr>
            <a:spLocks noGrp="1" noChangeArrowheads="1"/>
          </p:cNvSpPr>
          <p:nvPr>
            <p:ph type="sldNum" sz="quarter" idx="10"/>
          </p:nvPr>
        </p:nvSpPr>
        <p:spPr/>
        <p:txBody>
          <a:bodyPr/>
          <a:lstStyle>
            <a:lvl1pPr>
              <a:defRPr/>
            </a:lvl1pPr>
          </a:lstStyle>
          <a:p>
            <a:pPr>
              <a:defRPr/>
            </a:pPr>
            <a:fld id="{073C29DC-2178-4274-9150-45F8EBD31C2D}" type="slidenum">
              <a:rPr lang="en-US"/>
              <a:pPr>
                <a:defRPr/>
              </a:pPr>
              <a:t>‹#›</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dirty="0">
                <a:solidFill>
                  <a:srgbClr val="000000"/>
                </a:solidFill>
              </a:rPr>
              <a:t>Mankiw, </a:t>
            </a:r>
            <a:r>
              <a:rPr lang="en-US" i="1" dirty="0">
                <a:solidFill>
                  <a:srgbClr val="000000"/>
                </a:solidFill>
              </a:rPr>
              <a:t>Principles of Economics</a:t>
            </a:r>
            <a:r>
              <a:rPr lang="en-US" dirty="0">
                <a:solidFill>
                  <a:srgbClr val="000000"/>
                </a:solidFill>
              </a:rPr>
              <a:t>, 11th Edition. © 2027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2675696269"/>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wipe(left)">
                                      <p:cBhvr>
                                        <p:cTn id="11" dur="500"/>
                                        <p:tgtEl>
                                          <p:spTgt spid="3">
                                            <p:txEl>
                                              <p:pRg st="1" end="1"/>
                                            </p:txEl>
                                          </p:spTgt>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wipe(left)">
                                      <p:cBhvr>
                                        <p:cTn id="15" dur="500"/>
                                        <p:tgtEl>
                                          <p:spTgt spid="3">
                                            <p:txEl>
                                              <p:pRg st="2" end="2"/>
                                            </p:txEl>
                                          </p:spTgt>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Effect transition="in" filter="wipe(left)">
                                      <p:cBhvr>
                                        <p:cTn id="19" dur="500"/>
                                        <p:tgtEl>
                                          <p:spTgt spid="3">
                                            <p:txEl>
                                              <p:pRg st="3" end="3"/>
                                            </p:txEl>
                                          </p:spTgt>
                                        </p:tgtEl>
                                      </p:cBhvr>
                                    </p:animEffect>
                                  </p:childTnLst>
                                </p:cTn>
                              </p:par>
                            </p:childTnLst>
                          </p:cTn>
                        </p:par>
                        <p:par>
                          <p:cTn id="20" fill="hold">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wipe(left)">
                                      <p:cBhvr>
                                        <p:cTn id="23"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tmplLst>
          <p:tmpl lvl="1">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2">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3">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4">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5">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Lst>
      </p:bldP>
    </p:bld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AL and ANS">
    <p:spTree>
      <p:nvGrpSpPr>
        <p:cNvPr id="1" name=""/>
        <p:cNvGrpSpPr/>
        <p:nvPr/>
      </p:nvGrpSpPr>
      <p:grpSpPr>
        <a:xfrm>
          <a:off x="0" y="0"/>
          <a:ext cx="0" cy="0"/>
          <a:chOff x="0" y="0"/>
          <a:chExt cx="0" cy="0"/>
        </a:xfrm>
      </p:grpSpPr>
      <p:sp>
        <p:nvSpPr>
          <p:cNvPr id="2" name="Title 1"/>
          <p:cNvSpPr>
            <a:spLocks noGrp="1"/>
          </p:cNvSpPr>
          <p:nvPr>
            <p:ph type="title"/>
          </p:nvPr>
        </p:nvSpPr>
        <p:spPr>
          <a:xfrm>
            <a:off x="76200" y="100939"/>
            <a:ext cx="8915400" cy="661061"/>
          </a:xfrm>
        </p:spPr>
        <p:txBody>
          <a:bodyPr/>
          <a:lstStyle>
            <a:lvl1pPr>
              <a:defRPr sz="3200">
                <a:solidFill>
                  <a:srgbClr val="AE1221"/>
                </a:solidFill>
              </a:defRPr>
            </a:lvl1pPr>
          </a:lstStyle>
          <a:p>
            <a:r>
              <a:rPr lang="en-US" dirty="0"/>
              <a:t>Click to edit Master title style</a:t>
            </a:r>
          </a:p>
        </p:txBody>
      </p:sp>
      <p:sp>
        <p:nvSpPr>
          <p:cNvPr id="3" name="Content Placeholder 2"/>
          <p:cNvSpPr>
            <a:spLocks noGrp="1"/>
          </p:cNvSpPr>
          <p:nvPr>
            <p:ph idx="1"/>
          </p:nvPr>
        </p:nvSpPr>
        <p:spPr>
          <a:xfrm>
            <a:off x="347241" y="914401"/>
            <a:ext cx="8518947" cy="2362200"/>
          </a:xfrm>
          <a:prstGeom prst="rect">
            <a:avLst/>
          </a:prstGeom>
        </p:spPr>
        <p:txBody>
          <a:bodyPr/>
          <a:lstStyle>
            <a:lvl1pPr>
              <a:defRPr sz="3200">
                <a:solidFill>
                  <a:schemeClr val="tx2"/>
                </a:solidFill>
              </a:defRPr>
            </a:lvl1pPr>
            <a:lvl2pPr>
              <a:defRPr sz="3000">
                <a:solidFill>
                  <a:schemeClr val="tx2"/>
                </a:solidFill>
              </a:defRPr>
            </a:lvl2pPr>
            <a:lvl3pPr>
              <a:defRPr sz="2400">
                <a:solidFill>
                  <a:schemeClr val="tx2"/>
                </a:solidFill>
              </a:defRPr>
            </a:lvl3pPr>
            <a:lvl4pPr>
              <a:defRPr sz="2000">
                <a:solidFill>
                  <a:schemeClr val="tx2"/>
                </a:solidFill>
              </a:defRPr>
            </a:lvl4pPr>
            <a:lvl5pPr>
              <a:defRPr sz="1800">
                <a:solidFill>
                  <a:schemeClr val="tx2"/>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3"/>
          <p:cNvSpPr>
            <a:spLocks noGrp="1" noChangeArrowheads="1"/>
          </p:cNvSpPr>
          <p:nvPr>
            <p:ph type="sldNum" sz="quarter" idx="10"/>
          </p:nvPr>
        </p:nvSpPr>
        <p:spPr/>
        <p:txBody>
          <a:bodyPr/>
          <a:lstStyle>
            <a:lvl1pPr>
              <a:defRPr/>
            </a:lvl1pPr>
          </a:lstStyle>
          <a:p>
            <a:pPr>
              <a:defRPr/>
            </a:pPr>
            <a:fld id="{073C29DC-2178-4274-9150-45F8EBD31C2D}" type="slidenum">
              <a:rPr lang="en-US"/>
              <a:pPr>
                <a:defRPr/>
              </a:pPr>
              <a:t>‹#›</a:t>
            </a:fld>
            <a:endParaRPr lang="en-US"/>
          </a:p>
        </p:txBody>
      </p:sp>
      <p:sp>
        <p:nvSpPr>
          <p:cNvPr id="6" name="Content Placeholder 2"/>
          <p:cNvSpPr>
            <a:spLocks noGrp="1"/>
          </p:cNvSpPr>
          <p:nvPr>
            <p:ph idx="12"/>
          </p:nvPr>
        </p:nvSpPr>
        <p:spPr>
          <a:xfrm>
            <a:off x="381000" y="3200400"/>
            <a:ext cx="8518947" cy="2971800"/>
          </a:xfrm>
          <a:prstGeom prst="rect">
            <a:avLst/>
          </a:prstGeom>
        </p:spPr>
        <p:txBody>
          <a:bodyPr/>
          <a:lstStyle>
            <a:lvl1pPr>
              <a:defRPr sz="3000">
                <a:solidFill>
                  <a:srgbClr val="4E519E"/>
                </a:solidFill>
              </a:defRPr>
            </a:lvl1pPr>
            <a:lvl2pPr>
              <a:defRPr sz="3000">
                <a:solidFill>
                  <a:srgbClr val="4E519E"/>
                </a:solidFill>
              </a:defRPr>
            </a:lvl2pPr>
            <a:lvl3pPr>
              <a:defRPr sz="2400">
                <a:solidFill>
                  <a:srgbClr val="4E519E"/>
                </a:solidFill>
              </a:defRPr>
            </a:lvl3pPr>
            <a:lvl4pPr>
              <a:defRPr sz="2000">
                <a:solidFill>
                  <a:srgbClr val="4E519E"/>
                </a:solidFill>
              </a:defRPr>
            </a:lvl4pPr>
            <a:lvl5pPr>
              <a:defRPr sz="1800">
                <a:solidFill>
                  <a:srgbClr val="4E519E"/>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Footer Placeholder 4"/>
          <p:cNvSpPr>
            <a:spLocks noGrp="1"/>
          </p:cNvSpPr>
          <p:nvPr>
            <p:ph type="ftr" sz="quarter" idx="11"/>
          </p:nvPr>
        </p:nvSpPr>
        <p:spPr>
          <a:xfrm>
            <a:off x="0" y="6324601"/>
            <a:ext cx="8763000" cy="533400"/>
          </a:xfrm>
        </p:spPr>
        <p:txBody>
          <a:bodyPr/>
          <a:lstStyle>
            <a:lvl1pPr>
              <a:defRPr/>
            </a:lvl1pPr>
          </a:lstStyle>
          <a:p>
            <a:pPr>
              <a:defRPr/>
            </a:pPr>
            <a:r>
              <a:rPr lang="en-US" dirty="0">
                <a:solidFill>
                  <a:srgbClr val="000000"/>
                </a:solidFill>
              </a:rPr>
              <a:t>Mankiw, </a:t>
            </a:r>
            <a:r>
              <a:rPr lang="en-US" i="1" dirty="0">
                <a:solidFill>
                  <a:srgbClr val="000000"/>
                </a:solidFill>
              </a:rPr>
              <a:t>Principles of Economics</a:t>
            </a:r>
            <a:r>
              <a:rPr lang="en-US" dirty="0">
                <a:solidFill>
                  <a:srgbClr val="000000"/>
                </a:solidFill>
              </a:rPr>
              <a:t>, 11th Edition. © 2027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3073273316"/>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2000"/>
                            </p:stCondLst>
                            <p:childTnLst>
                              <p:par>
                                <p:cTn id="5" presetID="22" presetClass="entr" presetSubtype="8"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par>
                          <p:cTn id="8" fill="hold">
                            <p:stCondLst>
                              <p:cond delay="2500"/>
                            </p:stCondLst>
                            <p:childTnLst>
                              <p:par>
                                <p:cTn id="9" presetID="22" presetClass="entr" presetSubtype="8" fill="hold" grpId="0" nodeType="after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wipe(left)">
                                      <p:cBhvr>
                                        <p:cTn id="11" dur="500"/>
                                        <p:tgtEl>
                                          <p:spTgt spid="3">
                                            <p:txEl>
                                              <p:pRg st="1" end="1"/>
                                            </p:txEl>
                                          </p:spTgt>
                                        </p:tgtEl>
                                      </p:cBhvr>
                                    </p:animEffect>
                                  </p:childTnLst>
                                </p:cTn>
                              </p:par>
                            </p:childTnLst>
                          </p:cTn>
                        </p:par>
                        <p:par>
                          <p:cTn id="12" fill="hold">
                            <p:stCondLst>
                              <p:cond delay="3000"/>
                            </p:stCondLst>
                            <p:childTnLst>
                              <p:par>
                                <p:cTn id="13" presetID="22" presetClass="entr" presetSubtype="8" fill="hold" grpId="0" nodeType="after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wipe(left)">
                                      <p:cBhvr>
                                        <p:cTn id="15" dur="500"/>
                                        <p:tgtEl>
                                          <p:spTgt spid="3">
                                            <p:txEl>
                                              <p:pRg st="2" end="2"/>
                                            </p:txEl>
                                          </p:spTgt>
                                        </p:tgtEl>
                                      </p:cBhvr>
                                    </p:animEffect>
                                  </p:childTnLst>
                                </p:cTn>
                              </p:par>
                            </p:childTnLst>
                          </p:cTn>
                        </p:par>
                        <p:par>
                          <p:cTn id="16" fill="hold">
                            <p:stCondLst>
                              <p:cond delay="3500"/>
                            </p:stCondLst>
                            <p:childTnLst>
                              <p:par>
                                <p:cTn id="17" presetID="22" presetClass="entr" presetSubtype="8" fill="hold" grpId="0" nodeType="after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Effect transition="in" filter="wipe(left)">
                                      <p:cBhvr>
                                        <p:cTn id="19" dur="500"/>
                                        <p:tgtEl>
                                          <p:spTgt spid="3">
                                            <p:txEl>
                                              <p:pRg st="3" end="3"/>
                                            </p:txEl>
                                          </p:spTgt>
                                        </p:tgtEl>
                                      </p:cBhvr>
                                    </p:animEffect>
                                  </p:childTnLst>
                                </p:cTn>
                              </p:par>
                            </p:childTnLst>
                          </p:cTn>
                        </p:par>
                        <p:par>
                          <p:cTn id="20" fill="hold">
                            <p:stCondLst>
                              <p:cond delay="4000"/>
                            </p:stCondLst>
                            <p:childTnLst>
                              <p:par>
                                <p:cTn id="21" presetID="22" presetClass="entr" presetSubtype="8" fill="hold" grpId="0" nodeType="after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wipe(left)">
                                      <p:cBhvr>
                                        <p:cTn id="23" dur="500"/>
                                        <p:tgtEl>
                                          <p:spTgt spid="3">
                                            <p:txEl>
                                              <p:pRg st="4" end="4"/>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6">
                                            <p:txEl>
                                              <p:pRg st="0" end="0"/>
                                            </p:txEl>
                                          </p:spTgt>
                                        </p:tgtEl>
                                        <p:attrNameLst>
                                          <p:attrName>style.visibility</p:attrName>
                                        </p:attrNameLst>
                                      </p:cBhvr>
                                      <p:to>
                                        <p:strVal val="visible"/>
                                      </p:to>
                                    </p:set>
                                    <p:animEffect transition="in" filter="wipe(left)">
                                      <p:cBhvr>
                                        <p:cTn id="28" dur="500"/>
                                        <p:tgtEl>
                                          <p:spTgt spid="6">
                                            <p:txEl>
                                              <p:pRg st="0" end="0"/>
                                            </p:txEl>
                                          </p:spTgt>
                                        </p:tgtEl>
                                      </p:cBhvr>
                                    </p:animEffect>
                                  </p:childTnLst>
                                </p:cTn>
                              </p:par>
                            </p:childTnLst>
                          </p:cTn>
                        </p:par>
                        <p:par>
                          <p:cTn id="29" fill="hold">
                            <p:stCondLst>
                              <p:cond delay="500"/>
                            </p:stCondLst>
                            <p:childTnLst>
                              <p:par>
                                <p:cTn id="30" presetID="22" presetClass="entr" presetSubtype="8" fill="hold" grpId="0" nodeType="afterEffect">
                                  <p:stCondLst>
                                    <p:cond delay="0"/>
                                  </p:stCondLst>
                                  <p:childTnLst>
                                    <p:set>
                                      <p:cBhvr>
                                        <p:cTn id="31" dur="1" fill="hold">
                                          <p:stCondLst>
                                            <p:cond delay="0"/>
                                          </p:stCondLst>
                                        </p:cTn>
                                        <p:tgtEl>
                                          <p:spTgt spid="6">
                                            <p:txEl>
                                              <p:pRg st="1" end="1"/>
                                            </p:txEl>
                                          </p:spTgt>
                                        </p:tgtEl>
                                        <p:attrNameLst>
                                          <p:attrName>style.visibility</p:attrName>
                                        </p:attrNameLst>
                                      </p:cBhvr>
                                      <p:to>
                                        <p:strVal val="visible"/>
                                      </p:to>
                                    </p:set>
                                    <p:animEffect transition="in" filter="wipe(left)">
                                      <p:cBhvr>
                                        <p:cTn id="32" dur="500"/>
                                        <p:tgtEl>
                                          <p:spTgt spid="6">
                                            <p:txEl>
                                              <p:pRg st="1" end="1"/>
                                            </p:txEl>
                                          </p:spTgt>
                                        </p:tgtEl>
                                      </p:cBhvr>
                                    </p:animEffect>
                                  </p:childTnLst>
                                </p:cTn>
                              </p:par>
                            </p:childTnLst>
                          </p:cTn>
                        </p:par>
                        <p:par>
                          <p:cTn id="33" fill="hold">
                            <p:stCondLst>
                              <p:cond delay="1000"/>
                            </p:stCondLst>
                            <p:childTnLst>
                              <p:par>
                                <p:cTn id="34" presetID="22" presetClass="entr" presetSubtype="8" fill="hold" grpId="0" nodeType="afterEffect">
                                  <p:stCondLst>
                                    <p:cond delay="0"/>
                                  </p:stCondLst>
                                  <p:childTnLst>
                                    <p:set>
                                      <p:cBhvr>
                                        <p:cTn id="35" dur="1" fill="hold">
                                          <p:stCondLst>
                                            <p:cond delay="0"/>
                                          </p:stCondLst>
                                        </p:cTn>
                                        <p:tgtEl>
                                          <p:spTgt spid="6">
                                            <p:txEl>
                                              <p:pRg st="2" end="2"/>
                                            </p:txEl>
                                          </p:spTgt>
                                        </p:tgtEl>
                                        <p:attrNameLst>
                                          <p:attrName>style.visibility</p:attrName>
                                        </p:attrNameLst>
                                      </p:cBhvr>
                                      <p:to>
                                        <p:strVal val="visible"/>
                                      </p:to>
                                    </p:set>
                                    <p:animEffect transition="in" filter="wipe(left)">
                                      <p:cBhvr>
                                        <p:cTn id="36" dur="500"/>
                                        <p:tgtEl>
                                          <p:spTgt spid="6">
                                            <p:txEl>
                                              <p:pRg st="2" end="2"/>
                                            </p:txEl>
                                          </p:spTgt>
                                        </p:tgtEl>
                                      </p:cBhvr>
                                    </p:animEffect>
                                  </p:childTnLst>
                                </p:cTn>
                              </p:par>
                            </p:childTnLst>
                          </p:cTn>
                        </p:par>
                        <p:par>
                          <p:cTn id="37" fill="hold">
                            <p:stCondLst>
                              <p:cond delay="1500"/>
                            </p:stCondLst>
                            <p:childTnLst>
                              <p:par>
                                <p:cTn id="38" presetID="22" presetClass="entr" presetSubtype="8" fill="hold" grpId="0" nodeType="afterEffect">
                                  <p:stCondLst>
                                    <p:cond delay="0"/>
                                  </p:stCondLst>
                                  <p:childTnLst>
                                    <p:set>
                                      <p:cBhvr>
                                        <p:cTn id="39" dur="1" fill="hold">
                                          <p:stCondLst>
                                            <p:cond delay="0"/>
                                          </p:stCondLst>
                                        </p:cTn>
                                        <p:tgtEl>
                                          <p:spTgt spid="6">
                                            <p:txEl>
                                              <p:pRg st="3" end="3"/>
                                            </p:txEl>
                                          </p:spTgt>
                                        </p:tgtEl>
                                        <p:attrNameLst>
                                          <p:attrName>style.visibility</p:attrName>
                                        </p:attrNameLst>
                                      </p:cBhvr>
                                      <p:to>
                                        <p:strVal val="visible"/>
                                      </p:to>
                                    </p:set>
                                    <p:animEffect transition="in" filter="wipe(left)">
                                      <p:cBhvr>
                                        <p:cTn id="40" dur="500"/>
                                        <p:tgtEl>
                                          <p:spTgt spid="6">
                                            <p:txEl>
                                              <p:pRg st="3" end="3"/>
                                            </p:txEl>
                                          </p:spTgt>
                                        </p:tgtEl>
                                      </p:cBhvr>
                                    </p:animEffect>
                                  </p:childTnLst>
                                </p:cTn>
                              </p:par>
                            </p:childTnLst>
                          </p:cTn>
                        </p:par>
                        <p:par>
                          <p:cTn id="41" fill="hold">
                            <p:stCondLst>
                              <p:cond delay="2000"/>
                            </p:stCondLst>
                            <p:childTnLst>
                              <p:par>
                                <p:cTn id="42" presetID="22" presetClass="entr" presetSubtype="8" fill="hold" grpId="0" nodeType="afterEffect">
                                  <p:stCondLst>
                                    <p:cond delay="0"/>
                                  </p:stCondLst>
                                  <p:childTnLst>
                                    <p:set>
                                      <p:cBhvr>
                                        <p:cTn id="43" dur="1" fill="hold">
                                          <p:stCondLst>
                                            <p:cond delay="0"/>
                                          </p:stCondLst>
                                        </p:cTn>
                                        <p:tgtEl>
                                          <p:spTgt spid="6">
                                            <p:txEl>
                                              <p:pRg st="4" end="4"/>
                                            </p:txEl>
                                          </p:spTgt>
                                        </p:tgtEl>
                                        <p:attrNameLst>
                                          <p:attrName>style.visibility</p:attrName>
                                        </p:attrNameLst>
                                      </p:cBhvr>
                                      <p:to>
                                        <p:strVal val="visible"/>
                                      </p:to>
                                    </p:set>
                                    <p:animEffect transition="in" filter="wipe(left)">
                                      <p:cBhvr>
                                        <p:cTn id="44" dur="500"/>
                                        <p:tgtEl>
                                          <p:spTgt spid="6">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tmplLst>
          <p:tmpl lvl="1">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2">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3">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4">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5">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Lst>
      </p:bldP>
      <p:bldP spid="6" grpId="0" uiExpand="1" build="p">
        <p:tmplLst>
          <p:tmpl lvl="1">
            <p:tnLst>
              <p:par>
                <p:cTn presetID="22" presetClass="entr" presetSubtype="8" fill="hold" nodeType="click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 lvl="2">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 lvl="3">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 lvl="4">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 lvl="5">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Lst>
      </p:bldP>
    </p:bld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AL and ANS">
    <p:spTree>
      <p:nvGrpSpPr>
        <p:cNvPr id="1" name=""/>
        <p:cNvGrpSpPr/>
        <p:nvPr/>
      </p:nvGrpSpPr>
      <p:grpSpPr>
        <a:xfrm>
          <a:off x="0" y="0"/>
          <a:ext cx="0" cy="0"/>
          <a:chOff x="0" y="0"/>
          <a:chExt cx="0" cy="0"/>
        </a:xfrm>
      </p:grpSpPr>
      <p:sp>
        <p:nvSpPr>
          <p:cNvPr id="2" name="Title 1"/>
          <p:cNvSpPr>
            <a:spLocks noGrp="1"/>
          </p:cNvSpPr>
          <p:nvPr>
            <p:ph type="title"/>
          </p:nvPr>
        </p:nvSpPr>
        <p:spPr>
          <a:xfrm>
            <a:off x="76200" y="100939"/>
            <a:ext cx="8915400" cy="661061"/>
          </a:xfrm>
        </p:spPr>
        <p:txBody>
          <a:bodyPr/>
          <a:lstStyle>
            <a:lvl1pPr>
              <a:defRPr sz="3200">
                <a:solidFill>
                  <a:srgbClr val="AE1221"/>
                </a:solidFill>
              </a:defRPr>
            </a:lvl1pPr>
          </a:lstStyle>
          <a:p>
            <a:r>
              <a:rPr lang="en-US" dirty="0"/>
              <a:t>Click to edit Master title style</a:t>
            </a:r>
          </a:p>
        </p:txBody>
      </p:sp>
      <p:sp>
        <p:nvSpPr>
          <p:cNvPr id="4" name="Rectangle 3"/>
          <p:cNvSpPr>
            <a:spLocks noGrp="1" noChangeArrowheads="1"/>
          </p:cNvSpPr>
          <p:nvPr>
            <p:ph type="sldNum" sz="quarter" idx="10"/>
          </p:nvPr>
        </p:nvSpPr>
        <p:spPr/>
        <p:txBody>
          <a:bodyPr/>
          <a:lstStyle>
            <a:lvl1pPr>
              <a:defRPr/>
            </a:lvl1pPr>
          </a:lstStyle>
          <a:p>
            <a:pPr>
              <a:defRPr/>
            </a:pPr>
            <a:fld id="{073C29DC-2178-4274-9150-45F8EBD31C2D}" type="slidenum">
              <a:rPr lang="en-US"/>
              <a:pPr>
                <a:defRPr/>
              </a:pPr>
              <a:t>‹#›</a:t>
            </a:fld>
            <a:endParaRPr lang="en-US"/>
          </a:p>
        </p:txBody>
      </p:sp>
      <p:sp>
        <p:nvSpPr>
          <p:cNvPr id="6" name="Content Placeholder 2"/>
          <p:cNvSpPr>
            <a:spLocks noGrp="1"/>
          </p:cNvSpPr>
          <p:nvPr>
            <p:ph idx="12"/>
          </p:nvPr>
        </p:nvSpPr>
        <p:spPr>
          <a:xfrm>
            <a:off x="381000" y="3200400"/>
            <a:ext cx="8518947" cy="2971800"/>
          </a:xfrm>
          <a:prstGeom prst="rect">
            <a:avLst/>
          </a:prstGeom>
        </p:spPr>
        <p:txBody>
          <a:bodyPr/>
          <a:lstStyle>
            <a:lvl1pPr>
              <a:defRPr sz="3000">
                <a:solidFill>
                  <a:schemeClr val="tx1"/>
                </a:solidFill>
              </a:defRPr>
            </a:lvl1pPr>
            <a:lvl2pPr>
              <a:defRPr sz="3000">
                <a:solidFill>
                  <a:schemeClr val="tx1"/>
                </a:solidFill>
              </a:defRPr>
            </a:lvl2pPr>
            <a:lvl3pPr>
              <a:defRPr sz="2400">
                <a:solidFill>
                  <a:schemeClr val="tx1"/>
                </a:solidFill>
              </a:defRPr>
            </a:lvl3pPr>
            <a:lvl4pPr>
              <a:defRPr sz="2000">
                <a:solidFill>
                  <a:schemeClr val="tx1"/>
                </a:solidFill>
              </a:defRPr>
            </a:lvl4pPr>
            <a:lvl5pPr>
              <a:defRPr sz="18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Footer Placeholder 4"/>
          <p:cNvSpPr>
            <a:spLocks noGrp="1"/>
          </p:cNvSpPr>
          <p:nvPr>
            <p:ph type="ftr" sz="quarter" idx="11"/>
          </p:nvPr>
        </p:nvSpPr>
        <p:spPr>
          <a:xfrm>
            <a:off x="0" y="6324601"/>
            <a:ext cx="8763000" cy="533400"/>
          </a:xfrm>
        </p:spPr>
        <p:txBody>
          <a:bodyPr/>
          <a:lstStyle>
            <a:lvl1pPr>
              <a:defRPr/>
            </a:lvl1pPr>
          </a:lstStyle>
          <a:p>
            <a:pPr>
              <a:defRPr/>
            </a:pPr>
            <a:r>
              <a:rPr lang="en-US" dirty="0">
                <a:solidFill>
                  <a:srgbClr val="000000"/>
                </a:solidFill>
              </a:rPr>
              <a:t>Mankiw, </a:t>
            </a:r>
            <a:r>
              <a:rPr lang="en-US" i="1" dirty="0">
                <a:solidFill>
                  <a:srgbClr val="000000"/>
                </a:solidFill>
              </a:rPr>
              <a:t>Principles of Economics</a:t>
            </a:r>
            <a:r>
              <a:rPr lang="en-US" dirty="0">
                <a:solidFill>
                  <a:srgbClr val="000000"/>
                </a:solidFill>
              </a:rPr>
              <a:t>, 11th Edition. © 2027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1968748512"/>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wipe(left)">
                                      <p:cBhvr>
                                        <p:cTn id="7" dur="500"/>
                                        <p:tgtEl>
                                          <p:spTgt spid="6">
                                            <p:txEl>
                                              <p:pRg st="0" end="0"/>
                                            </p:txEl>
                                          </p:spTgt>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animEffect transition="in" filter="wipe(left)">
                                      <p:cBhvr>
                                        <p:cTn id="11" dur="500"/>
                                        <p:tgtEl>
                                          <p:spTgt spid="6">
                                            <p:txEl>
                                              <p:pRg st="1" end="1"/>
                                            </p:txEl>
                                          </p:spTgt>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animEffect transition="in" filter="wipe(left)">
                                      <p:cBhvr>
                                        <p:cTn id="15" dur="500"/>
                                        <p:tgtEl>
                                          <p:spTgt spid="6">
                                            <p:txEl>
                                              <p:pRg st="2" end="2"/>
                                            </p:txEl>
                                          </p:spTgt>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6">
                                            <p:txEl>
                                              <p:pRg st="3" end="3"/>
                                            </p:txEl>
                                          </p:spTgt>
                                        </p:tgtEl>
                                        <p:attrNameLst>
                                          <p:attrName>style.visibility</p:attrName>
                                        </p:attrNameLst>
                                      </p:cBhvr>
                                      <p:to>
                                        <p:strVal val="visible"/>
                                      </p:to>
                                    </p:set>
                                    <p:animEffect transition="in" filter="wipe(left)">
                                      <p:cBhvr>
                                        <p:cTn id="19" dur="500"/>
                                        <p:tgtEl>
                                          <p:spTgt spid="6">
                                            <p:txEl>
                                              <p:pRg st="3" end="3"/>
                                            </p:txEl>
                                          </p:spTgt>
                                        </p:tgtEl>
                                      </p:cBhvr>
                                    </p:animEffect>
                                  </p:childTnLst>
                                </p:cTn>
                              </p:par>
                            </p:childTnLst>
                          </p:cTn>
                        </p:par>
                        <p:par>
                          <p:cTn id="20" fill="hold">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6">
                                            <p:txEl>
                                              <p:pRg st="4" end="4"/>
                                            </p:txEl>
                                          </p:spTgt>
                                        </p:tgtEl>
                                        <p:attrNameLst>
                                          <p:attrName>style.visibility</p:attrName>
                                        </p:attrNameLst>
                                      </p:cBhvr>
                                      <p:to>
                                        <p:strVal val="visible"/>
                                      </p:to>
                                    </p:set>
                                    <p:animEffect transition="in" filter="wipe(left)">
                                      <p:cBhvr>
                                        <p:cTn id="23" dur="500"/>
                                        <p:tgtEl>
                                          <p:spTgt spid="6">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tmplLst>
          <p:tmpl lvl="1">
            <p:tnLst>
              <p:par>
                <p:cTn presetID="22" presetClass="entr" presetSubtype="8" fill="hold" nodeType="click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 lvl="2">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 lvl="3">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 lvl="4">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 lvl="5">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Lst>
      </p:bldP>
    </p:bld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no anim">
    <p:spTree>
      <p:nvGrpSpPr>
        <p:cNvPr id="1" name=""/>
        <p:cNvGrpSpPr/>
        <p:nvPr/>
      </p:nvGrpSpPr>
      <p:grpSpPr>
        <a:xfrm>
          <a:off x="0" y="0"/>
          <a:ext cx="0" cy="0"/>
          <a:chOff x="0" y="0"/>
          <a:chExt cx="0" cy="0"/>
        </a:xfrm>
      </p:grpSpPr>
      <p:sp>
        <p:nvSpPr>
          <p:cNvPr id="2" name="Title 1"/>
          <p:cNvSpPr>
            <a:spLocks noGrp="1"/>
          </p:cNvSpPr>
          <p:nvPr>
            <p:ph type="title"/>
          </p:nvPr>
        </p:nvSpPr>
        <p:spPr>
          <a:xfrm>
            <a:off x="76200" y="100939"/>
            <a:ext cx="8915400" cy="661061"/>
          </a:xfrm>
        </p:spPr>
        <p:txBody>
          <a:bodyPr/>
          <a:lstStyle>
            <a:lvl1pPr>
              <a:defRPr sz="3200">
                <a:solidFill>
                  <a:srgbClr val="AE1221"/>
                </a:solidFill>
              </a:defRPr>
            </a:lvl1pPr>
          </a:lstStyle>
          <a:p>
            <a:r>
              <a:rPr lang="en-US" dirty="0"/>
              <a:t>Click to edit Master title style</a:t>
            </a:r>
          </a:p>
        </p:txBody>
      </p:sp>
      <p:sp>
        <p:nvSpPr>
          <p:cNvPr id="4" name="Rectangle 3"/>
          <p:cNvSpPr>
            <a:spLocks noGrp="1" noChangeArrowheads="1"/>
          </p:cNvSpPr>
          <p:nvPr>
            <p:ph type="sldNum" sz="quarter" idx="10"/>
          </p:nvPr>
        </p:nvSpPr>
        <p:spPr/>
        <p:txBody>
          <a:bodyPr/>
          <a:lstStyle>
            <a:lvl1pPr>
              <a:defRPr/>
            </a:lvl1pPr>
          </a:lstStyle>
          <a:p>
            <a:pPr>
              <a:defRPr/>
            </a:pPr>
            <a:fld id="{073C29DC-2178-4274-9150-45F8EBD31C2D}" type="slidenum">
              <a:rPr lang="en-US"/>
              <a:pPr>
                <a:defRPr/>
              </a:pPr>
              <a:t>‹#›</a:t>
            </a:fld>
            <a:endParaRPr lang="en-US"/>
          </a:p>
        </p:txBody>
      </p:sp>
      <p:sp>
        <p:nvSpPr>
          <p:cNvPr id="6" name="Content Placeholder 2"/>
          <p:cNvSpPr>
            <a:spLocks noGrp="1"/>
          </p:cNvSpPr>
          <p:nvPr>
            <p:ph idx="12"/>
          </p:nvPr>
        </p:nvSpPr>
        <p:spPr>
          <a:xfrm>
            <a:off x="381000" y="914400"/>
            <a:ext cx="8518947" cy="5257800"/>
          </a:xfrm>
          <a:prstGeom prst="rect">
            <a:avLst/>
          </a:prstGeom>
        </p:spPr>
        <p:txBody>
          <a:bodyPr/>
          <a:lstStyle>
            <a:lvl1pPr>
              <a:defRPr sz="3000">
                <a:solidFill>
                  <a:schemeClr val="tx1"/>
                </a:solidFill>
              </a:defRPr>
            </a:lvl1pPr>
            <a:lvl2pPr>
              <a:defRPr sz="3000">
                <a:solidFill>
                  <a:schemeClr val="tx1"/>
                </a:solidFill>
              </a:defRPr>
            </a:lvl2pPr>
            <a:lvl3pPr>
              <a:defRPr sz="2400">
                <a:solidFill>
                  <a:schemeClr val="tx1"/>
                </a:solidFill>
              </a:defRPr>
            </a:lvl3pPr>
            <a:lvl4pPr>
              <a:defRPr sz="2000">
                <a:solidFill>
                  <a:schemeClr val="tx1"/>
                </a:solidFill>
              </a:defRPr>
            </a:lvl4pPr>
            <a:lvl5pPr>
              <a:defRPr sz="18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Footer Placeholder 4"/>
          <p:cNvSpPr>
            <a:spLocks noGrp="1"/>
          </p:cNvSpPr>
          <p:nvPr>
            <p:ph type="ftr" sz="quarter" idx="11"/>
          </p:nvPr>
        </p:nvSpPr>
        <p:spPr>
          <a:xfrm>
            <a:off x="0" y="6324601"/>
            <a:ext cx="8763000" cy="533400"/>
          </a:xfrm>
        </p:spPr>
        <p:txBody>
          <a:bodyPr/>
          <a:lstStyle>
            <a:lvl1pPr>
              <a:defRPr/>
            </a:lvl1pPr>
          </a:lstStyle>
          <a:p>
            <a:pPr>
              <a:defRPr/>
            </a:pPr>
            <a:r>
              <a:rPr lang="en-US" dirty="0">
                <a:solidFill>
                  <a:srgbClr val="000000"/>
                </a:solidFill>
              </a:rPr>
              <a:t>Mankiw, </a:t>
            </a:r>
            <a:r>
              <a:rPr lang="en-US" i="1" dirty="0">
                <a:solidFill>
                  <a:srgbClr val="000000"/>
                </a:solidFill>
              </a:rPr>
              <a:t>Principles of Economics</a:t>
            </a:r>
            <a:r>
              <a:rPr lang="en-US" dirty="0">
                <a:solidFill>
                  <a:srgbClr val="000000"/>
                </a:solidFill>
              </a:rPr>
              <a:t>, 11th Edition. © 2027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2690276313"/>
      </p:ext>
    </p:extLst>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solidFill>
                  <a:srgbClr val="4E519E"/>
                </a:solidFill>
              </a:defRPr>
            </a:lvl1pPr>
          </a:lstStyle>
          <a:p>
            <a:r>
              <a:rPr lang="en-US" dirty="0"/>
              <a:t>Click to edit Master title style</a:t>
            </a:r>
          </a:p>
        </p:txBody>
      </p:sp>
      <p:sp>
        <p:nvSpPr>
          <p:cNvPr id="3" name="Content Placeholder 2"/>
          <p:cNvSpPr>
            <a:spLocks noGrp="1"/>
          </p:cNvSpPr>
          <p:nvPr>
            <p:ph idx="1"/>
          </p:nvPr>
        </p:nvSpPr>
        <p:spPr>
          <a:xfrm>
            <a:off x="457200" y="688622"/>
            <a:ext cx="8458200" cy="5712178"/>
          </a:xfrm>
        </p:spPr>
        <p:txBody>
          <a:bodyPr/>
          <a:lstStyle>
            <a:lvl1pPr>
              <a:defRPr>
                <a:solidFill>
                  <a:srgbClr val="AE1221"/>
                </a:solidFill>
              </a:defRPr>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7"/>
          <p:cNvSpPr>
            <a:spLocks noGrp="1" noChangeArrowheads="1"/>
          </p:cNvSpPr>
          <p:nvPr>
            <p:ph type="sldNum" sz="quarter" idx="10"/>
          </p:nvPr>
        </p:nvSpPr>
        <p:spPr>
          <a:ln/>
        </p:spPr>
        <p:txBody>
          <a:bodyPr/>
          <a:lstStyle>
            <a:lvl1pPr>
              <a:defRPr/>
            </a:lvl1pPr>
          </a:lstStyle>
          <a:p>
            <a:pPr>
              <a:defRPr/>
            </a:pPr>
            <a:fld id="{F9168CB8-64E8-4A17-9AA1-DC0C06686103}" type="slidenum">
              <a:rPr lang="en-US"/>
              <a:pPr>
                <a:defRPr/>
              </a:pPr>
              <a:t>‹#›</a:t>
            </a:fld>
            <a:endParaRPr lang="en-US" dirty="0"/>
          </a:p>
        </p:txBody>
      </p:sp>
    </p:spTree>
    <p:extLst>
      <p:ext uri="{BB962C8B-B14F-4D97-AF65-F5344CB8AC3E}">
        <p14:creationId xmlns:p14="http://schemas.microsoft.com/office/powerpoint/2010/main" val="264246463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dirty="0"/>
              <a:t>Click to edit Master title style</a:t>
            </a:r>
          </a:p>
        </p:txBody>
      </p:sp>
      <p:sp>
        <p:nvSpPr>
          <p:cNvPr id="3" name="Content Placeholder 2"/>
          <p:cNvSpPr>
            <a:spLocks noGrp="1"/>
          </p:cNvSpPr>
          <p:nvPr>
            <p:ph idx="1"/>
          </p:nvPr>
        </p:nvSpPr>
        <p:spPr>
          <a:xfrm>
            <a:off x="457200" y="762000"/>
            <a:ext cx="8458200" cy="5715000"/>
          </a:xfrm>
        </p:spPr>
        <p:txBody>
          <a:bodyPr/>
          <a:lstStyle>
            <a:lvl1pPr>
              <a:defRPr>
                <a:solidFill>
                  <a:srgbClr val="4E519E"/>
                </a:solidFill>
              </a:defRPr>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7"/>
          <p:cNvSpPr>
            <a:spLocks noGrp="1" noChangeArrowheads="1"/>
          </p:cNvSpPr>
          <p:nvPr>
            <p:ph type="sldNum" sz="quarter" idx="10"/>
          </p:nvPr>
        </p:nvSpPr>
        <p:spPr>
          <a:xfrm>
            <a:off x="8763000" y="6477000"/>
            <a:ext cx="381000" cy="381000"/>
          </a:xfrm>
          <a:ln/>
        </p:spPr>
        <p:txBody>
          <a:bodyPr/>
          <a:lstStyle>
            <a:lvl1pPr>
              <a:defRPr/>
            </a:lvl1pPr>
          </a:lstStyle>
          <a:p>
            <a:pPr>
              <a:defRPr/>
            </a:pPr>
            <a:fld id="{F9168CB8-64E8-4A17-9AA1-DC0C06686103}" type="slidenum">
              <a:rPr lang="en-US"/>
              <a:pPr>
                <a:defRPr/>
              </a:pPr>
              <a:t>‹#›</a:t>
            </a:fld>
            <a:endParaRPr lang="en-US" dirty="0"/>
          </a:p>
        </p:txBody>
      </p:sp>
    </p:spTree>
    <p:extLst>
      <p:ext uri="{BB962C8B-B14F-4D97-AF65-F5344CB8AC3E}">
        <p14:creationId xmlns:p14="http://schemas.microsoft.com/office/powerpoint/2010/main" val="24294654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wipe(left)">
                                      <p:cBhvr>
                                        <p:cTn id="11" dur="500"/>
                                        <p:tgtEl>
                                          <p:spTgt spid="3">
                                            <p:txEl>
                                              <p:pRg st="1" end="1"/>
                                            </p:txEl>
                                          </p:spTgt>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wipe(left)">
                                      <p:cBhvr>
                                        <p:cTn id="15" dur="500"/>
                                        <p:tgtEl>
                                          <p:spTgt spid="3">
                                            <p:txEl>
                                              <p:pRg st="2" end="2"/>
                                            </p:txEl>
                                          </p:spTgt>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Effect transition="in" filter="wipe(left)">
                                      <p:cBhvr>
                                        <p:cTn id="19" dur="500"/>
                                        <p:tgtEl>
                                          <p:spTgt spid="3">
                                            <p:txEl>
                                              <p:pRg st="3" end="3"/>
                                            </p:txEl>
                                          </p:spTgt>
                                        </p:tgtEl>
                                      </p:cBhvr>
                                    </p:animEffect>
                                  </p:childTnLst>
                                </p:cTn>
                              </p:par>
                            </p:childTnLst>
                          </p:cTn>
                        </p:par>
                        <p:par>
                          <p:cTn id="20" fill="hold">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wipe(left)">
                                      <p:cBhvr>
                                        <p:cTn id="23"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tmplLst>
          <p:tmpl lvl="1">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2">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3">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4">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5">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Lst>
      </p:bldP>
    </p:bld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dirty="0"/>
              <a:t>Click to edit Master title style</a:t>
            </a:r>
          </a:p>
        </p:txBody>
      </p:sp>
      <p:sp>
        <p:nvSpPr>
          <p:cNvPr id="3" name="Content Placeholder 2"/>
          <p:cNvSpPr>
            <a:spLocks noGrp="1"/>
          </p:cNvSpPr>
          <p:nvPr>
            <p:ph idx="1"/>
          </p:nvPr>
        </p:nvSpPr>
        <p:spPr>
          <a:xfrm>
            <a:off x="457200" y="762000"/>
            <a:ext cx="8458200" cy="2362200"/>
          </a:xfrm>
        </p:spPr>
        <p:txBody>
          <a:bodyPr/>
          <a:lstStyle>
            <a:lvl1pPr>
              <a:defRPr>
                <a:solidFill>
                  <a:srgbClr val="4E519E"/>
                </a:solidFill>
              </a:defRPr>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7"/>
          <p:cNvSpPr>
            <a:spLocks noGrp="1" noChangeArrowheads="1"/>
          </p:cNvSpPr>
          <p:nvPr>
            <p:ph type="sldNum" sz="quarter" idx="10"/>
          </p:nvPr>
        </p:nvSpPr>
        <p:spPr>
          <a:ln/>
        </p:spPr>
        <p:txBody>
          <a:bodyPr/>
          <a:lstStyle>
            <a:lvl1pPr>
              <a:defRPr/>
            </a:lvl1pPr>
          </a:lstStyle>
          <a:p>
            <a:pPr>
              <a:defRPr/>
            </a:pPr>
            <a:fld id="{F9168CB8-64E8-4A17-9AA1-DC0C06686103}" type="slidenum">
              <a:rPr lang="en-US"/>
              <a:pPr>
                <a:defRPr/>
              </a:pPr>
              <a:t>‹#›</a:t>
            </a:fld>
            <a:endParaRPr lang="en-US" dirty="0"/>
          </a:p>
        </p:txBody>
      </p:sp>
      <p:sp>
        <p:nvSpPr>
          <p:cNvPr id="6" name="Content Placeholder 2"/>
          <p:cNvSpPr>
            <a:spLocks noGrp="1"/>
          </p:cNvSpPr>
          <p:nvPr>
            <p:ph idx="12"/>
          </p:nvPr>
        </p:nvSpPr>
        <p:spPr>
          <a:xfrm>
            <a:off x="457200" y="3124200"/>
            <a:ext cx="8458200" cy="3200400"/>
          </a:xfrm>
        </p:spPr>
        <p:txBody>
          <a:bodyPr/>
          <a:lstStyle>
            <a:lvl1pPr>
              <a:defRPr>
                <a:solidFill>
                  <a:srgbClr val="4E519E"/>
                </a:solidFill>
              </a:defRPr>
            </a:lvl1pPr>
            <a:lvl2pPr>
              <a:defRPr>
                <a:solidFill>
                  <a:srgbClr val="4E519E"/>
                </a:solidFill>
              </a:defRPr>
            </a:lvl2pPr>
            <a:lvl3pPr>
              <a:defRPr>
                <a:solidFill>
                  <a:srgbClr val="4E519E"/>
                </a:solidFill>
              </a:defRPr>
            </a:lvl3pPr>
            <a:lvl4pPr>
              <a:defRPr>
                <a:solidFill>
                  <a:srgbClr val="4E519E"/>
                </a:solidFill>
              </a:defRPr>
            </a:lvl4pPr>
            <a:lvl5pPr>
              <a:defRPr>
                <a:solidFill>
                  <a:srgbClr val="4E519E"/>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7185489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wipe(left)">
                                      <p:cBhvr>
                                        <p:cTn id="11" dur="500"/>
                                        <p:tgtEl>
                                          <p:spTgt spid="3">
                                            <p:txEl>
                                              <p:pRg st="1" end="1"/>
                                            </p:txEl>
                                          </p:spTgt>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wipe(left)">
                                      <p:cBhvr>
                                        <p:cTn id="15" dur="500"/>
                                        <p:tgtEl>
                                          <p:spTgt spid="3">
                                            <p:txEl>
                                              <p:pRg st="2" end="2"/>
                                            </p:txEl>
                                          </p:spTgt>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Effect transition="in" filter="wipe(left)">
                                      <p:cBhvr>
                                        <p:cTn id="19" dur="500"/>
                                        <p:tgtEl>
                                          <p:spTgt spid="3">
                                            <p:txEl>
                                              <p:pRg st="3" end="3"/>
                                            </p:txEl>
                                          </p:spTgt>
                                        </p:tgtEl>
                                      </p:cBhvr>
                                    </p:animEffect>
                                  </p:childTnLst>
                                </p:cTn>
                              </p:par>
                            </p:childTnLst>
                          </p:cTn>
                        </p:par>
                        <p:par>
                          <p:cTn id="20" fill="hold">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wipe(left)">
                                      <p:cBhvr>
                                        <p:cTn id="23" dur="500"/>
                                        <p:tgtEl>
                                          <p:spTgt spid="3">
                                            <p:txEl>
                                              <p:pRg st="4" end="4"/>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6">
                                            <p:txEl>
                                              <p:pRg st="0" end="0"/>
                                            </p:txEl>
                                          </p:spTgt>
                                        </p:tgtEl>
                                        <p:attrNameLst>
                                          <p:attrName>style.visibility</p:attrName>
                                        </p:attrNameLst>
                                      </p:cBhvr>
                                      <p:to>
                                        <p:strVal val="visible"/>
                                      </p:to>
                                    </p:set>
                                    <p:animEffect transition="in" filter="wipe(left)">
                                      <p:cBhvr>
                                        <p:cTn id="28" dur="500"/>
                                        <p:tgtEl>
                                          <p:spTgt spid="6">
                                            <p:txEl>
                                              <p:pRg st="0" end="0"/>
                                            </p:txEl>
                                          </p:spTgt>
                                        </p:tgtEl>
                                      </p:cBhvr>
                                    </p:animEffect>
                                  </p:childTnLst>
                                </p:cTn>
                              </p:par>
                            </p:childTnLst>
                          </p:cTn>
                        </p:par>
                        <p:par>
                          <p:cTn id="29" fill="hold">
                            <p:stCondLst>
                              <p:cond delay="500"/>
                            </p:stCondLst>
                            <p:childTnLst>
                              <p:par>
                                <p:cTn id="30" presetID="22" presetClass="entr" presetSubtype="8" fill="hold" grpId="0" nodeType="afterEffect">
                                  <p:stCondLst>
                                    <p:cond delay="0"/>
                                  </p:stCondLst>
                                  <p:childTnLst>
                                    <p:set>
                                      <p:cBhvr>
                                        <p:cTn id="31" dur="1" fill="hold">
                                          <p:stCondLst>
                                            <p:cond delay="0"/>
                                          </p:stCondLst>
                                        </p:cTn>
                                        <p:tgtEl>
                                          <p:spTgt spid="6">
                                            <p:txEl>
                                              <p:pRg st="1" end="1"/>
                                            </p:txEl>
                                          </p:spTgt>
                                        </p:tgtEl>
                                        <p:attrNameLst>
                                          <p:attrName>style.visibility</p:attrName>
                                        </p:attrNameLst>
                                      </p:cBhvr>
                                      <p:to>
                                        <p:strVal val="visible"/>
                                      </p:to>
                                    </p:set>
                                    <p:animEffect transition="in" filter="wipe(left)">
                                      <p:cBhvr>
                                        <p:cTn id="32" dur="500"/>
                                        <p:tgtEl>
                                          <p:spTgt spid="6">
                                            <p:txEl>
                                              <p:pRg st="1" end="1"/>
                                            </p:txEl>
                                          </p:spTgt>
                                        </p:tgtEl>
                                      </p:cBhvr>
                                    </p:animEffect>
                                  </p:childTnLst>
                                </p:cTn>
                              </p:par>
                            </p:childTnLst>
                          </p:cTn>
                        </p:par>
                        <p:par>
                          <p:cTn id="33" fill="hold">
                            <p:stCondLst>
                              <p:cond delay="1000"/>
                            </p:stCondLst>
                            <p:childTnLst>
                              <p:par>
                                <p:cTn id="34" presetID="22" presetClass="entr" presetSubtype="8" fill="hold" grpId="0" nodeType="afterEffect">
                                  <p:stCondLst>
                                    <p:cond delay="0"/>
                                  </p:stCondLst>
                                  <p:childTnLst>
                                    <p:set>
                                      <p:cBhvr>
                                        <p:cTn id="35" dur="1" fill="hold">
                                          <p:stCondLst>
                                            <p:cond delay="0"/>
                                          </p:stCondLst>
                                        </p:cTn>
                                        <p:tgtEl>
                                          <p:spTgt spid="6">
                                            <p:txEl>
                                              <p:pRg st="2" end="2"/>
                                            </p:txEl>
                                          </p:spTgt>
                                        </p:tgtEl>
                                        <p:attrNameLst>
                                          <p:attrName>style.visibility</p:attrName>
                                        </p:attrNameLst>
                                      </p:cBhvr>
                                      <p:to>
                                        <p:strVal val="visible"/>
                                      </p:to>
                                    </p:set>
                                    <p:animEffect transition="in" filter="wipe(left)">
                                      <p:cBhvr>
                                        <p:cTn id="36" dur="500"/>
                                        <p:tgtEl>
                                          <p:spTgt spid="6">
                                            <p:txEl>
                                              <p:pRg st="2" end="2"/>
                                            </p:txEl>
                                          </p:spTgt>
                                        </p:tgtEl>
                                      </p:cBhvr>
                                    </p:animEffect>
                                  </p:childTnLst>
                                </p:cTn>
                              </p:par>
                            </p:childTnLst>
                          </p:cTn>
                        </p:par>
                        <p:par>
                          <p:cTn id="37" fill="hold">
                            <p:stCondLst>
                              <p:cond delay="1500"/>
                            </p:stCondLst>
                            <p:childTnLst>
                              <p:par>
                                <p:cTn id="38" presetID="22" presetClass="entr" presetSubtype="8" fill="hold" grpId="0" nodeType="afterEffect">
                                  <p:stCondLst>
                                    <p:cond delay="0"/>
                                  </p:stCondLst>
                                  <p:childTnLst>
                                    <p:set>
                                      <p:cBhvr>
                                        <p:cTn id="39" dur="1" fill="hold">
                                          <p:stCondLst>
                                            <p:cond delay="0"/>
                                          </p:stCondLst>
                                        </p:cTn>
                                        <p:tgtEl>
                                          <p:spTgt spid="6">
                                            <p:txEl>
                                              <p:pRg st="3" end="3"/>
                                            </p:txEl>
                                          </p:spTgt>
                                        </p:tgtEl>
                                        <p:attrNameLst>
                                          <p:attrName>style.visibility</p:attrName>
                                        </p:attrNameLst>
                                      </p:cBhvr>
                                      <p:to>
                                        <p:strVal val="visible"/>
                                      </p:to>
                                    </p:set>
                                    <p:animEffect transition="in" filter="wipe(left)">
                                      <p:cBhvr>
                                        <p:cTn id="40" dur="500"/>
                                        <p:tgtEl>
                                          <p:spTgt spid="6">
                                            <p:txEl>
                                              <p:pRg st="3" end="3"/>
                                            </p:txEl>
                                          </p:spTgt>
                                        </p:tgtEl>
                                      </p:cBhvr>
                                    </p:animEffect>
                                  </p:childTnLst>
                                </p:cTn>
                              </p:par>
                            </p:childTnLst>
                          </p:cTn>
                        </p:par>
                        <p:par>
                          <p:cTn id="41" fill="hold">
                            <p:stCondLst>
                              <p:cond delay="2000"/>
                            </p:stCondLst>
                            <p:childTnLst>
                              <p:par>
                                <p:cTn id="42" presetID="22" presetClass="entr" presetSubtype="8" fill="hold" grpId="0" nodeType="afterEffect">
                                  <p:stCondLst>
                                    <p:cond delay="0"/>
                                  </p:stCondLst>
                                  <p:childTnLst>
                                    <p:set>
                                      <p:cBhvr>
                                        <p:cTn id="43" dur="1" fill="hold">
                                          <p:stCondLst>
                                            <p:cond delay="0"/>
                                          </p:stCondLst>
                                        </p:cTn>
                                        <p:tgtEl>
                                          <p:spTgt spid="6">
                                            <p:txEl>
                                              <p:pRg st="4" end="4"/>
                                            </p:txEl>
                                          </p:spTgt>
                                        </p:tgtEl>
                                        <p:attrNameLst>
                                          <p:attrName>style.visibility</p:attrName>
                                        </p:attrNameLst>
                                      </p:cBhvr>
                                      <p:to>
                                        <p:strVal val="visible"/>
                                      </p:to>
                                    </p:set>
                                    <p:animEffect transition="in" filter="wipe(left)">
                                      <p:cBhvr>
                                        <p:cTn id="44" dur="500"/>
                                        <p:tgtEl>
                                          <p:spTgt spid="6">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tmplLst>
          <p:tmpl lvl="1">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2">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3">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4">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5">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Lst>
      </p:bldP>
      <p:bldP spid="6" grpId="0" uiExpand="1" build="p">
        <p:tmplLst>
          <p:tmpl lvl="1">
            <p:tnLst>
              <p:par>
                <p:cTn presetID="22" presetClass="entr" presetSubtype="8" fill="hold" nodeType="click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 lvl="2">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 lvl="3">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 lvl="4">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 lvl="5">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Lst>
      </p:bldP>
    </p:bld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3" name="Slide Number Placeholder 2"/>
          <p:cNvSpPr>
            <a:spLocks noGrp="1"/>
          </p:cNvSpPr>
          <p:nvPr>
            <p:ph type="sldNum" sz="quarter" idx="10"/>
          </p:nvPr>
        </p:nvSpPr>
        <p:spPr/>
        <p:txBody>
          <a:bodyPr/>
          <a:lstStyle>
            <a:lvl1pPr>
              <a:defRPr>
                <a:solidFill>
                  <a:schemeClr val="bg1"/>
                </a:solidFill>
              </a:defRPr>
            </a:lvl1pPr>
          </a:lstStyle>
          <a:p>
            <a:pPr fontAlgn="base">
              <a:spcAft>
                <a:spcPct val="0"/>
              </a:spcAft>
              <a:defRPr/>
            </a:pPr>
            <a:fld id="{CFA536BC-3ED5-4293-8323-16A4258B4A0B}" type="slidenum">
              <a:rPr lang="en-US" smtClean="0"/>
              <a:pPr fontAlgn="base">
                <a:spcAft>
                  <a:spcPct val="0"/>
                </a:spcAft>
                <a:defRPr/>
              </a:pPr>
              <a:t>‹#›</a:t>
            </a:fld>
            <a:endParaRPr lang="en-US" dirty="0"/>
          </a:p>
        </p:txBody>
      </p:sp>
      <p:sp>
        <p:nvSpPr>
          <p:cNvPr id="6" name="Text Placeholder 5"/>
          <p:cNvSpPr>
            <a:spLocks noGrp="1"/>
          </p:cNvSpPr>
          <p:nvPr>
            <p:ph type="body" sz="quarter" idx="12" hasCustomPrompt="1"/>
          </p:nvPr>
        </p:nvSpPr>
        <p:spPr>
          <a:xfrm>
            <a:off x="1600200" y="533400"/>
            <a:ext cx="7315200" cy="533400"/>
          </a:xfrm>
        </p:spPr>
        <p:txBody>
          <a:bodyPr/>
          <a:lstStyle>
            <a:lvl1pPr marL="0" indent="0">
              <a:buNone/>
              <a:defRPr sz="3200" i="0">
                <a:solidFill>
                  <a:schemeClr val="tx1"/>
                </a:solidFill>
                <a:latin typeface="+mn-lt"/>
              </a:defRPr>
            </a:lvl1pPr>
            <a:lvl2pPr marL="457200" indent="0">
              <a:buNone/>
              <a:defRPr sz="3600" i="0">
                <a:latin typeface="Georgia" panose="02040502050405020303" pitchFamily="18" charset="0"/>
              </a:defRPr>
            </a:lvl2pPr>
            <a:lvl3pPr marL="914400" indent="0">
              <a:buNone/>
              <a:defRPr/>
            </a:lvl3pPr>
            <a:lvl4pPr marL="1371600" indent="0">
              <a:buNone/>
              <a:defRPr/>
            </a:lvl4pPr>
            <a:lvl5pPr marL="1828800" indent="0">
              <a:buNone/>
              <a:defRPr/>
            </a:lvl5pPr>
          </a:lstStyle>
          <a:p>
            <a:pPr lvl="1"/>
            <a:r>
              <a:rPr lang="en-US" dirty="0"/>
              <a:t>Click to edit title (Georgia 36)</a:t>
            </a:r>
          </a:p>
        </p:txBody>
      </p:sp>
      <p:sp>
        <p:nvSpPr>
          <p:cNvPr id="9" name="Text Placeholder 5"/>
          <p:cNvSpPr>
            <a:spLocks noGrp="1"/>
          </p:cNvSpPr>
          <p:nvPr>
            <p:ph type="body" sz="quarter" idx="14"/>
          </p:nvPr>
        </p:nvSpPr>
        <p:spPr>
          <a:xfrm>
            <a:off x="228600" y="1600200"/>
            <a:ext cx="8686800" cy="4267200"/>
          </a:xfrm>
        </p:spPr>
        <p:txBody>
          <a:bodyPr/>
          <a:lstStyle>
            <a:lvl1pPr marL="0" indent="0">
              <a:buNone/>
              <a:defRPr sz="3200" i="1">
                <a:solidFill>
                  <a:srgbClr val="AE1221"/>
                </a:solidFill>
                <a:latin typeface="Cambria" panose="02040503050406030204" pitchFamily="18"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Click to edit Master text styles</a:t>
            </a:r>
          </a:p>
          <a:p>
            <a:pPr lvl="0"/>
            <a:endParaRPr lang="en-US" dirty="0"/>
          </a:p>
        </p:txBody>
      </p:sp>
    </p:spTree>
    <p:extLst>
      <p:ext uri="{BB962C8B-B14F-4D97-AF65-F5344CB8AC3E}">
        <p14:creationId xmlns:p14="http://schemas.microsoft.com/office/powerpoint/2010/main" val="369544949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605119"/>
            <a:ext cx="8492836" cy="5836624"/>
          </a:xfrm>
          <a:prstGeom prst="rect">
            <a:avLst/>
          </a:prstGeo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7"/>
          <p:cNvSpPr>
            <a:spLocks noGrp="1" noChangeArrowheads="1"/>
          </p:cNvSpPr>
          <p:nvPr>
            <p:ph type="sldNum" sz="quarter" idx="10"/>
          </p:nvPr>
        </p:nvSpPr>
        <p:spPr>
          <a:ln/>
        </p:spPr>
        <p:txBody>
          <a:bodyPr/>
          <a:lstStyle>
            <a:lvl1pPr>
              <a:defRPr/>
            </a:lvl1pPr>
          </a:lstStyle>
          <a:p>
            <a:pPr>
              <a:defRPr/>
            </a:pPr>
            <a:fld id="{7FD95AB8-5D89-46A9-8508-FFECD7F10317}" type="slidenum">
              <a:rPr lang="en-US"/>
              <a:pPr>
                <a:defRPr/>
              </a:pPr>
              <a:t>‹#›</a:t>
            </a:fld>
            <a:endParaRPr lang="en-US" dirty="0"/>
          </a:p>
        </p:txBody>
      </p:sp>
    </p:spTree>
    <p:extLst>
      <p:ext uri="{BB962C8B-B14F-4D97-AF65-F5344CB8AC3E}">
        <p14:creationId xmlns:p14="http://schemas.microsoft.com/office/powerpoint/2010/main" val="503719754"/>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 Id="rId4"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3.xml"/><Relationship Id="rId1" Type="http://schemas.openxmlformats.org/officeDocument/2006/relationships/slideLayout" Target="../slideLayouts/slideLayout2.xml"/><Relationship Id="rId5" Type="http://schemas.openxmlformats.org/officeDocument/2006/relationships/image" Target="../media/image4.emf"/><Relationship Id="rId4" Type="http://schemas.openxmlformats.org/officeDocument/2006/relationships/image" Target="../media/image3.emf"/></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slideLayout" Target="../slideLayouts/slideLayout5.xml"/><Relationship Id="rId1" Type="http://schemas.openxmlformats.org/officeDocument/2006/relationships/slideLayout" Target="../slideLayouts/slideLayout4.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theme" Target="../theme/theme4.xml"/><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Masters/_rels/slideMaster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theme" Target="../theme/theme5.xml"/><Relationship Id="rId1" Type="http://schemas.openxmlformats.org/officeDocument/2006/relationships/slideLayout" Target="../slideLayouts/slideLayout8.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Masters/_rels/slideMaster6.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slideLayout" Target="../slideLayouts/slideLayout11.xml"/><Relationship Id="rId7" Type="http://schemas.openxmlformats.org/officeDocument/2006/relationships/image" Target="../media/image5.png"/><Relationship Id="rId2" Type="http://schemas.openxmlformats.org/officeDocument/2006/relationships/slideLayout" Target="../slideLayouts/slideLayout10.xml"/><Relationship Id="rId1" Type="http://schemas.openxmlformats.org/officeDocument/2006/relationships/slideLayout" Target="../slideLayouts/slideLayout9.xml"/><Relationship Id="rId6" Type="http://schemas.openxmlformats.org/officeDocument/2006/relationships/image" Target="../media/image15.emf"/><Relationship Id="rId5" Type="http://schemas.openxmlformats.org/officeDocument/2006/relationships/theme" Target="../theme/theme6.xml"/><Relationship Id="rId4" Type="http://schemas.openxmlformats.org/officeDocument/2006/relationships/slideLayout" Target="../slideLayouts/slideLayout12.xml"/><Relationship Id="rId9" Type="http://schemas.openxmlformats.org/officeDocument/2006/relationships/image" Target="../media/image17.png"/></Relationships>
</file>

<file path=ppt/slideMasters/_rels/slideMaster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theme" Target="../theme/theme7.xml"/><Relationship Id="rId1" Type="http://schemas.openxmlformats.org/officeDocument/2006/relationships/slideLayout" Target="../slideLayouts/slideLayout13.xml"/><Relationship Id="rId4" Type="http://schemas.openxmlformats.org/officeDocument/2006/relationships/image" Target="../media/image19.png"/></Relationships>
</file>

<file path=ppt/slideMasters/_rels/slideMaster8.xml.rels><?xml version="1.0" encoding="UTF-8" standalone="yes"?>
<Relationships xmlns="http://schemas.openxmlformats.org/package/2006/relationships"><Relationship Id="rId3" Type="http://schemas.openxmlformats.org/officeDocument/2006/relationships/theme" Target="../theme/theme8.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Masters/_rels/slideMaster9.xml.rels><?xml version="1.0" encoding="UTF-8" standalone="yes"?>
<Relationships xmlns="http://schemas.openxmlformats.org/package/2006/relationships"><Relationship Id="rId3" Type="http://schemas.openxmlformats.org/officeDocument/2006/relationships/image" Target="../media/image23.png"/><Relationship Id="rId7" Type="http://schemas.openxmlformats.org/officeDocument/2006/relationships/image" Target="../media/image27.png"/><Relationship Id="rId2" Type="http://schemas.openxmlformats.org/officeDocument/2006/relationships/theme" Target="../theme/theme9.xml"/><Relationship Id="rId1" Type="http://schemas.openxmlformats.org/officeDocument/2006/relationships/slideLayout" Target="../slideLayouts/slideLayout16.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Masters/_rels/slideMaster1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theme" Target="../theme/theme10.xml"/><Relationship Id="rId1" Type="http://schemas.openxmlformats.org/officeDocument/2006/relationships/slideLayout" Target="../slideLayouts/slideLayout17.xml"/><Relationship Id="rId5" Type="http://schemas.openxmlformats.org/officeDocument/2006/relationships/image" Target="../media/image30.png"/><Relationship Id="rId4" Type="http://schemas.openxmlformats.org/officeDocument/2006/relationships/image" Target="../media/image29.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8" name="Picture 7" descr="Graphical user interface, application, Word&#10;&#10;Description automatically generated">
            <a:extLst>
              <a:ext uri="{FF2B5EF4-FFF2-40B4-BE49-F238E27FC236}">
                <a16:creationId xmlns:a16="http://schemas.microsoft.com/office/drawing/2014/main" id="{E9B11B6E-9615-7F0C-3B0A-DB8437E05A7E}"/>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359640" y="76200"/>
            <a:ext cx="1708160" cy="1524000"/>
          </a:xfrm>
          <a:prstGeom prst="rect">
            <a:avLst/>
          </a:prstGeom>
        </p:spPr>
      </p:pic>
      <p:pic>
        <p:nvPicPr>
          <p:cNvPr id="9" name="Picture 8" descr="Graphical user interface, application, Word&#10;&#10;Description automatically generated">
            <a:extLst>
              <a:ext uri="{FF2B5EF4-FFF2-40B4-BE49-F238E27FC236}">
                <a16:creationId xmlns:a16="http://schemas.microsoft.com/office/drawing/2014/main" id="{620D8FBC-857E-BE90-7729-A8DBA01FD4E4}"/>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rot="10800000">
            <a:off x="5105400" y="4780472"/>
            <a:ext cx="1708160" cy="1524000"/>
          </a:xfrm>
          <a:prstGeom prst="rect">
            <a:avLst/>
          </a:prstGeom>
        </p:spPr>
      </p:pic>
      <p:sp>
        <p:nvSpPr>
          <p:cNvPr id="2" name="Slide Number Placeholder 1"/>
          <p:cNvSpPr>
            <a:spLocks noGrp="1"/>
          </p:cNvSpPr>
          <p:nvPr>
            <p:ph type="sldNum" sz="quarter" idx="4"/>
          </p:nvPr>
        </p:nvSpPr>
        <p:spPr>
          <a:xfrm>
            <a:off x="8521700" y="6484938"/>
            <a:ext cx="622300" cy="409575"/>
          </a:xfrm>
          <a:prstGeom prst="rect">
            <a:avLst/>
          </a:prstGeom>
          <a:noFill/>
        </p:spPr>
        <p:txBody>
          <a:bodyPr vert="horz" lIns="91440" tIns="45720" rIns="91440" bIns="45720" rtlCol="0" anchor="ctr"/>
          <a:lstStyle>
            <a:lvl1pPr algn="r">
              <a:buFontTx/>
              <a:buNone/>
              <a:defRPr sz="1200">
                <a:solidFill>
                  <a:schemeClr val="bg1"/>
                </a:solidFill>
              </a:defRPr>
            </a:lvl1pPr>
          </a:lstStyle>
          <a:p>
            <a:pPr fontAlgn="base">
              <a:spcBef>
                <a:spcPct val="20000"/>
              </a:spcBef>
              <a:spcAft>
                <a:spcPct val="0"/>
              </a:spcAft>
              <a:defRPr/>
            </a:pPr>
            <a:fld id="{C148E929-2C81-42BB-92FD-6CE3916FB07A}" type="slidenum">
              <a:rPr lang="en-US">
                <a:solidFill>
                  <a:srgbClr val="FFFFFF"/>
                </a:solidFill>
              </a:rPr>
              <a:pPr fontAlgn="base">
                <a:spcBef>
                  <a:spcPct val="20000"/>
                </a:spcBef>
                <a:spcAft>
                  <a:spcPct val="0"/>
                </a:spcAft>
                <a:defRPr/>
              </a:pPr>
              <a:t>‹#›</a:t>
            </a:fld>
            <a:endParaRPr lang="en-US" dirty="0">
              <a:solidFill>
                <a:srgbClr val="FFFFFF"/>
              </a:solidFill>
            </a:endParaRPr>
          </a:p>
        </p:txBody>
      </p:sp>
      <p:sp>
        <p:nvSpPr>
          <p:cNvPr id="3" name="Footer Placeholder 2"/>
          <p:cNvSpPr>
            <a:spLocks noGrp="1"/>
          </p:cNvSpPr>
          <p:nvPr>
            <p:ph type="ftr" sz="quarter" idx="3"/>
          </p:nvPr>
        </p:nvSpPr>
        <p:spPr>
          <a:xfrm>
            <a:off x="533400" y="6400800"/>
            <a:ext cx="8153400" cy="457200"/>
          </a:xfrm>
          <a:prstGeom prst="rect">
            <a:avLst/>
          </a:prstGeom>
          <a:noFill/>
        </p:spPr>
        <p:txBody>
          <a:bodyPr vert="horz" lIns="91440" tIns="45720" rIns="91440" bIns="45720" rtlCol="0" anchor="ctr"/>
          <a:lstStyle>
            <a:lvl1pPr algn="l">
              <a:buNone/>
              <a:defRPr sz="900">
                <a:solidFill>
                  <a:schemeClr val="tx1"/>
                </a:solidFill>
                <a:cs typeface="Arial" pitchFamily="34" charset="0"/>
              </a:defRPr>
            </a:lvl1pPr>
          </a:lstStyle>
          <a:p>
            <a:pPr fontAlgn="base">
              <a:spcAft>
                <a:spcPct val="0"/>
              </a:spcAft>
              <a:defRPr/>
            </a:pPr>
            <a:r>
              <a:rPr lang="en-US" dirty="0"/>
              <a:t>Mankiw, </a:t>
            </a:r>
            <a:r>
              <a:rPr lang="en-US" i="1" dirty="0"/>
              <a:t>Principles of Economics</a:t>
            </a:r>
            <a:r>
              <a:rPr lang="en-US" dirty="0"/>
              <a:t>, 11th Edition. © 2027 Cengage. All Rights Reserved. May not be scanned, copied or duplicated, or posted to a publicly accessible website, in whole or in part.</a:t>
            </a:r>
          </a:p>
        </p:txBody>
      </p:sp>
      <p:sp>
        <p:nvSpPr>
          <p:cNvPr id="6" name="Text Placeholder 5"/>
          <p:cNvSpPr>
            <a:spLocks noGrp="1"/>
          </p:cNvSpPr>
          <p:nvPr>
            <p:ph type="body" idx="1"/>
          </p:nvPr>
        </p:nvSpPr>
        <p:spPr>
          <a:xfrm>
            <a:off x="5410200" y="3352801"/>
            <a:ext cx="3276600" cy="2438400"/>
          </a:xfrm>
          <a:prstGeom prst="rect">
            <a:avLst/>
          </a:prstGeom>
        </p:spPr>
        <p:txBody>
          <a:bodyPr vert="horz" lIns="91440" tIns="45720" rIns="91440" bIns="45720" rtlCol="0">
            <a:normAutofit/>
          </a:bodyPr>
          <a:lstStyle/>
          <a:p>
            <a:pPr lvl="0"/>
            <a:r>
              <a:rPr lang="en-US" dirty="0"/>
              <a:t>Chapter title</a:t>
            </a:r>
          </a:p>
        </p:txBody>
      </p:sp>
      <p:sp>
        <p:nvSpPr>
          <p:cNvPr id="13" name="Content Placeholder 10">
            <a:extLst>
              <a:ext uri="{FF2B5EF4-FFF2-40B4-BE49-F238E27FC236}">
                <a16:creationId xmlns:a16="http://schemas.microsoft.com/office/drawing/2014/main" id="{486EB530-E7B8-F66D-2025-07563BFAEE72}"/>
              </a:ext>
            </a:extLst>
          </p:cNvPr>
          <p:cNvSpPr txBox="1">
            <a:spLocks/>
          </p:cNvSpPr>
          <p:nvPr userDrawn="1"/>
        </p:nvSpPr>
        <p:spPr>
          <a:xfrm>
            <a:off x="0" y="6009870"/>
            <a:ext cx="4089260" cy="314730"/>
          </a:xfrm>
          <a:prstGeom prst="rect">
            <a:avLst/>
          </a:prstGeom>
        </p:spPr>
        <p:txBody>
          <a:bodyPr>
            <a:noAutofit/>
          </a:bodyPr>
          <a:lstStyle>
            <a:lvl1pPr marL="0" indent="0" algn="l" rtl="0" eaLnBrk="0" fontAlgn="base" hangingPunct="0">
              <a:spcBef>
                <a:spcPct val="20000"/>
              </a:spcBef>
              <a:spcAft>
                <a:spcPct val="0"/>
              </a:spcAft>
              <a:buNone/>
              <a:defRPr sz="3200" baseline="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algn="r"/>
            <a:r>
              <a:rPr lang="en-US" sz="1600" kern="0" dirty="0">
                <a:solidFill>
                  <a:schemeClr val="bg1"/>
                </a:solidFill>
              </a:rPr>
              <a:t>TENTH EDITION</a:t>
            </a:r>
          </a:p>
        </p:txBody>
      </p:sp>
      <p:pic>
        <p:nvPicPr>
          <p:cNvPr id="5" name="Picture 4">
            <a:extLst>
              <a:ext uri="{FF2B5EF4-FFF2-40B4-BE49-F238E27FC236}">
                <a16:creationId xmlns:a16="http://schemas.microsoft.com/office/drawing/2014/main" id="{BE55F61A-BD22-31EE-55B9-798DE9BBA8EE}"/>
              </a:ext>
            </a:extLst>
          </p:cNvPr>
          <p:cNvPicPr>
            <a:picLocks noChangeAspect="1"/>
          </p:cNvPicPr>
          <p:nvPr userDrawn="1"/>
        </p:nvPicPr>
        <p:blipFill>
          <a:blip r:embed="rId4"/>
          <a:stretch>
            <a:fillRect/>
          </a:stretch>
        </p:blipFill>
        <p:spPr>
          <a:xfrm>
            <a:off x="-1" y="1439"/>
            <a:ext cx="4953001" cy="6362582"/>
          </a:xfrm>
          <a:prstGeom prst="rect">
            <a:avLst/>
          </a:prstGeom>
        </p:spPr>
      </p:pic>
    </p:spTree>
    <p:extLst>
      <p:ext uri="{BB962C8B-B14F-4D97-AF65-F5344CB8AC3E}">
        <p14:creationId xmlns:p14="http://schemas.microsoft.com/office/powerpoint/2010/main" val="3130776066"/>
      </p:ext>
    </p:extLst>
  </p:cSld>
  <p:clrMap bg1="lt1" tx1="dk1" bg2="lt2" tx2="dk2" accent1="accent1" accent2="accent2" accent3="accent3" accent4="accent4" accent5="accent5" accent6="accent6" hlink="hlink" folHlink="folHlink"/>
  <p:sldLayoutIdLst>
    <p:sldLayoutId id="2147483689" r:id="rId1"/>
  </p:sldLayoutIdLst>
  <p:hf hdr="0" dt="0"/>
  <p:txStyles>
    <p:titleStyle>
      <a:lvl1pPr algn="l" rtl="0" eaLnBrk="0" fontAlgn="base" hangingPunct="0">
        <a:spcBef>
          <a:spcPct val="0"/>
        </a:spcBef>
        <a:spcAft>
          <a:spcPct val="0"/>
        </a:spcAft>
        <a:defRPr sz="3200">
          <a:solidFill>
            <a:schemeClr val="bg1"/>
          </a:solidFill>
          <a:latin typeface="+mj-lt"/>
          <a:ea typeface="+mj-ea"/>
          <a:cs typeface="+mj-cs"/>
        </a:defRPr>
      </a:lvl1pPr>
      <a:lvl2pPr algn="l" rtl="0" eaLnBrk="0" fontAlgn="base" hangingPunct="0">
        <a:spcBef>
          <a:spcPct val="0"/>
        </a:spcBef>
        <a:spcAft>
          <a:spcPct val="0"/>
        </a:spcAft>
        <a:defRPr sz="4400">
          <a:solidFill>
            <a:schemeClr val="accent2"/>
          </a:solidFill>
          <a:latin typeface="Sabon-Bold" charset="0"/>
        </a:defRPr>
      </a:lvl2pPr>
      <a:lvl3pPr algn="l" rtl="0" eaLnBrk="0" fontAlgn="base" hangingPunct="0">
        <a:spcBef>
          <a:spcPct val="0"/>
        </a:spcBef>
        <a:spcAft>
          <a:spcPct val="0"/>
        </a:spcAft>
        <a:defRPr sz="4400">
          <a:solidFill>
            <a:schemeClr val="accent2"/>
          </a:solidFill>
          <a:latin typeface="Sabon-Bold" charset="0"/>
        </a:defRPr>
      </a:lvl3pPr>
      <a:lvl4pPr algn="l" rtl="0" eaLnBrk="0" fontAlgn="base" hangingPunct="0">
        <a:spcBef>
          <a:spcPct val="0"/>
        </a:spcBef>
        <a:spcAft>
          <a:spcPct val="0"/>
        </a:spcAft>
        <a:defRPr sz="4400">
          <a:solidFill>
            <a:schemeClr val="accent2"/>
          </a:solidFill>
          <a:latin typeface="Sabon-Bold" charset="0"/>
        </a:defRPr>
      </a:lvl4pPr>
      <a:lvl5pPr algn="l" rtl="0" eaLnBrk="0" fontAlgn="base" hangingPunct="0">
        <a:spcBef>
          <a:spcPct val="0"/>
        </a:spcBef>
        <a:spcAft>
          <a:spcPct val="0"/>
        </a:spcAft>
        <a:defRPr sz="4400">
          <a:solidFill>
            <a:schemeClr val="accent2"/>
          </a:solidFill>
          <a:latin typeface="Sabon-Bold" charset="0"/>
        </a:defRPr>
      </a:lvl5pPr>
      <a:lvl6pPr marL="457200" algn="l" rtl="0" fontAlgn="base">
        <a:spcBef>
          <a:spcPct val="0"/>
        </a:spcBef>
        <a:spcAft>
          <a:spcPct val="0"/>
        </a:spcAft>
        <a:defRPr sz="4400">
          <a:solidFill>
            <a:schemeClr val="accent2"/>
          </a:solidFill>
          <a:latin typeface="Sabon-Bold" charset="0"/>
        </a:defRPr>
      </a:lvl6pPr>
      <a:lvl7pPr marL="914400" algn="l" rtl="0" fontAlgn="base">
        <a:spcBef>
          <a:spcPct val="0"/>
        </a:spcBef>
        <a:spcAft>
          <a:spcPct val="0"/>
        </a:spcAft>
        <a:defRPr sz="4400">
          <a:solidFill>
            <a:schemeClr val="accent2"/>
          </a:solidFill>
          <a:latin typeface="Sabon-Bold" charset="0"/>
        </a:defRPr>
      </a:lvl7pPr>
      <a:lvl8pPr marL="1371600" algn="l" rtl="0" fontAlgn="base">
        <a:spcBef>
          <a:spcPct val="0"/>
        </a:spcBef>
        <a:spcAft>
          <a:spcPct val="0"/>
        </a:spcAft>
        <a:defRPr sz="4400">
          <a:solidFill>
            <a:schemeClr val="accent2"/>
          </a:solidFill>
          <a:latin typeface="Sabon-Bold" charset="0"/>
        </a:defRPr>
      </a:lvl8pPr>
      <a:lvl9pPr marL="1828800" algn="l" rtl="0" fontAlgn="base">
        <a:spcBef>
          <a:spcPct val="0"/>
        </a:spcBef>
        <a:spcAft>
          <a:spcPct val="0"/>
        </a:spcAft>
        <a:defRPr sz="4400">
          <a:solidFill>
            <a:schemeClr val="accent2"/>
          </a:solidFill>
          <a:latin typeface="Sabon-Bold" charset="0"/>
        </a:defRPr>
      </a:lvl9pPr>
    </p:titleStyle>
    <p:bodyStyle>
      <a:lvl1pPr marL="0" indent="0" algn="l" rtl="0" eaLnBrk="0" fontAlgn="base" hangingPunct="0">
        <a:spcBef>
          <a:spcPct val="20000"/>
        </a:spcBef>
        <a:spcAft>
          <a:spcPct val="0"/>
        </a:spcAft>
        <a:buNone/>
        <a:defRPr sz="3200" baseline="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8F180AAF-20EA-4DB4-8DC2-C520C0BC20A4}"/>
              </a:ext>
            </a:extLst>
          </p:cNvPr>
          <p:cNvPicPr>
            <a:picLocks noChangeAspect="1"/>
          </p:cNvPicPr>
          <p:nvPr userDrawn="1"/>
        </p:nvPicPr>
        <p:blipFill>
          <a:blip r:embed="rId4"/>
          <a:stretch>
            <a:fillRect/>
          </a:stretch>
        </p:blipFill>
        <p:spPr>
          <a:xfrm>
            <a:off x="179694" y="990600"/>
            <a:ext cx="8964306" cy="5486400"/>
          </a:xfrm>
          <a:prstGeom prst="rect">
            <a:avLst/>
          </a:prstGeom>
        </p:spPr>
      </p:pic>
      <p:sp>
        <p:nvSpPr>
          <p:cNvPr id="2053" name="Rectangle 3"/>
          <p:cNvSpPr>
            <a:spLocks noGrp="1" noChangeAspect="1" noChangeArrowheads="1"/>
          </p:cNvSpPr>
          <p:nvPr>
            <p:ph type="title"/>
          </p:nvPr>
        </p:nvSpPr>
        <p:spPr bwMode="auto">
          <a:xfrm>
            <a:off x="258456" y="101600"/>
            <a:ext cx="8599794" cy="88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91440" tIns="45720" rIns="91440" bIns="45720" numCol="1" anchor="ctr" anchorCtr="0" compatLnSpc="1">
            <a:prstTxWarp prst="textNoShape">
              <a:avLst/>
            </a:prstTxWarp>
          </a:bodyPr>
          <a:lstStyle/>
          <a:p>
            <a:pPr lvl="0"/>
            <a:r>
              <a:rPr lang="en-US" altLang="en-US" dirty="0"/>
              <a:t>IN THIS CH OR NUTSHELL</a:t>
            </a:r>
          </a:p>
        </p:txBody>
      </p:sp>
      <p:sp>
        <p:nvSpPr>
          <p:cNvPr id="3078" name="Rectangle 8"/>
          <p:cNvSpPr>
            <a:spLocks noGrp="1" noChangeArrowheads="1"/>
          </p:cNvSpPr>
          <p:nvPr>
            <p:ph type="body" idx="1"/>
          </p:nvPr>
        </p:nvSpPr>
        <p:spPr bwMode="auto">
          <a:xfrm>
            <a:off x="292912" y="1054100"/>
            <a:ext cx="8588375" cy="542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dirty="0"/>
              <a:t>This is the intro slide and the summary slide (chapter in a nutshell) design</a:t>
            </a:r>
          </a:p>
          <a:p>
            <a:pPr lvl="1"/>
            <a:r>
              <a:rPr lang="en-US" altLang="en-US" dirty="0"/>
              <a:t>Second level</a:t>
            </a:r>
          </a:p>
          <a:p>
            <a:pPr lvl="2"/>
            <a:r>
              <a:rPr lang="en-US" altLang="en-US" dirty="0" err="1"/>
              <a:t>Thirdlevel</a:t>
            </a:r>
            <a:endParaRPr lang="en-US" altLang="en-US" dirty="0"/>
          </a:p>
          <a:p>
            <a:pPr lvl="2"/>
            <a:r>
              <a:rPr lang="en-US" altLang="en-US" dirty="0"/>
              <a:t> Fourth level</a:t>
            </a:r>
          </a:p>
          <a:p>
            <a:pPr lvl="4"/>
            <a:r>
              <a:rPr lang="en-US" altLang="en-US" dirty="0"/>
              <a:t>Fifth level</a:t>
            </a:r>
          </a:p>
        </p:txBody>
      </p:sp>
      <p:sp>
        <p:nvSpPr>
          <p:cNvPr id="37898" name="Rectangle 10"/>
          <p:cNvSpPr>
            <a:spLocks noGrp="1" noChangeArrowheads="1"/>
          </p:cNvSpPr>
          <p:nvPr>
            <p:ph type="sldNum" sz="quarter" idx="4"/>
          </p:nvPr>
        </p:nvSpPr>
        <p:spPr bwMode="auto">
          <a:xfrm>
            <a:off x="8618538" y="6470650"/>
            <a:ext cx="520700" cy="379413"/>
          </a:xfrm>
          <a:prstGeom prst="rect">
            <a:avLst/>
          </a:prstGeom>
          <a:noFill/>
          <a:ln w="19050">
            <a:noFill/>
            <a:prstDash val="sysDot"/>
            <a:bevel/>
            <a:headEnd/>
            <a:tailEnd/>
          </a:ln>
          <a:effectLst/>
        </p:spPr>
        <p:txBody>
          <a:bodyPr vert="horz" wrap="square" lIns="91440" tIns="45720" rIns="91440" bIns="45720" numCol="1" anchor="t" anchorCtr="0" compatLnSpc="1">
            <a:prstTxWarp prst="textNoShape">
              <a:avLst/>
            </a:prstTxWarp>
          </a:bodyPr>
          <a:lstStyle>
            <a:lvl1pPr algn="ctr">
              <a:spcBef>
                <a:spcPct val="0"/>
              </a:spcBef>
              <a:buFontTx/>
              <a:buNone/>
              <a:defRPr sz="1200">
                <a:solidFill>
                  <a:srgbClr val="4E519E"/>
                </a:solidFill>
              </a:defRPr>
            </a:lvl1pPr>
          </a:lstStyle>
          <a:p>
            <a:pPr fontAlgn="base">
              <a:spcAft>
                <a:spcPct val="0"/>
              </a:spcAft>
              <a:defRPr/>
            </a:pPr>
            <a:fld id="{2378B25E-053D-4AA2-A71D-1D9F2F8C0927}" type="slidenum">
              <a:rPr lang="en-US" smtClean="0"/>
              <a:pPr fontAlgn="base">
                <a:spcAft>
                  <a:spcPct val="0"/>
                </a:spcAft>
                <a:defRPr/>
              </a:pPr>
              <a:t>‹#›</a:t>
            </a:fld>
            <a:endParaRPr lang="en-US" dirty="0"/>
          </a:p>
        </p:txBody>
      </p:sp>
      <p:sp>
        <p:nvSpPr>
          <p:cNvPr id="12" name="Footer Placeholder 2"/>
          <p:cNvSpPr>
            <a:spLocks noGrp="1"/>
          </p:cNvSpPr>
          <p:nvPr>
            <p:ph type="ftr" sz="quarter" idx="3"/>
          </p:nvPr>
        </p:nvSpPr>
        <p:spPr>
          <a:xfrm>
            <a:off x="0" y="6477000"/>
            <a:ext cx="8686800" cy="381000"/>
          </a:xfrm>
          <a:prstGeom prst="rect">
            <a:avLst/>
          </a:prstGeom>
          <a:noFill/>
        </p:spPr>
        <p:txBody>
          <a:bodyPr vert="horz" lIns="91440" tIns="45720" rIns="91440" bIns="45720" rtlCol="0" anchor="ctr"/>
          <a:lstStyle>
            <a:lvl1pPr algn="l">
              <a:buNone/>
              <a:defRPr sz="900">
                <a:solidFill>
                  <a:schemeClr val="tx1"/>
                </a:solidFill>
                <a:cs typeface="Arial" pitchFamily="34" charset="0"/>
              </a:defRPr>
            </a:lvl1pPr>
          </a:lstStyle>
          <a:p>
            <a:pPr fontAlgn="base">
              <a:spcAft>
                <a:spcPct val="0"/>
              </a:spcAft>
              <a:defRPr/>
            </a:pPr>
            <a:r>
              <a:rPr lang="en-US" dirty="0"/>
              <a:t>Mankiw, </a:t>
            </a:r>
            <a:r>
              <a:rPr lang="en-US" i="1" dirty="0"/>
              <a:t>Principles of Economics</a:t>
            </a:r>
            <a:r>
              <a:rPr lang="en-US" dirty="0"/>
              <a:t>, 11th Edition. © 2027 Cengage. All Rights Reserved. May not be scanned, copied or duplicated, or posted to a publicly accessible website, in whole or in part.</a:t>
            </a:r>
          </a:p>
        </p:txBody>
      </p:sp>
      <p:pic>
        <p:nvPicPr>
          <p:cNvPr id="3" name="Picture 2">
            <a:extLst>
              <a:ext uri="{FF2B5EF4-FFF2-40B4-BE49-F238E27FC236}">
                <a16:creationId xmlns:a16="http://schemas.microsoft.com/office/drawing/2014/main" id="{2938E7E8-A8AC-338C-C902-7554EB445130}"/>
              </a:ext>
            </a:extLst>
          </p:cNvPr>
          <p:cNvPicPr>
            <a:picLocks noChangeAspect="1"/>
          </p:cNvPicPr>
          <p:nvPr userDrawn="1"/>
        </p:nvPicPr>
        <p:blipFill>
          <a:blip r:embed="rId5"/>
          <a:stretch>
            <a:fillRect/>
          </a:stretch>
        </p:blipFill>
        <p:spPr>
          <a:xfrm rot="5400000">
            <a:off x="-3107143" y="3107143"/>
            <a:ext cx="6477000" cy="262713"/>
          </a:xfrm>
          <a:prstGeom prst="rect">
            <a:avLst/>
          </a:prstGeom>
        </p:spPr>
      </p:pic>
    </p:spTree>
    <p:extLst>
      <p:ext uri="{BB962C8B-B14F-4D97-AF65-F5344CB8AC3E}">
        <p14:creationId xmlns:p14="http://schemas.microsoft.com/office/powerpoint/2010/main" val="977070386"/>
      </p:ext>
    </p:extLst>
  </p:cSld>
  <p:clrMap bg1="lt1" tx1="dk1" bg2="lt2" tx2="dk2" accent1="accent1" accent2="accent2" accent3="accent3" accent4="accent4" accent5="accent5" accent6="accent6" hlink="hlink" folHlink="folHlink"/>
  <p:sldLayoutIdLst>
    <p:sldLayoutId id="2147483681" r:id="rId1"/>
    <p:sldLayoutId id="2147483683" r:id="rId2"/>
  </p:sldLayoutIdLst>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078">
                                            <p:txEl>
                                              <p:pRg st="0" end="0"/>
                                            </p:txEl>
                                          </p:spTgt>
                                        </p:tgtEl>
                                        <p:attrNameLst>
                                          <p:attrName>style.visibility</p:attrName>
                                        </p:attrNameLst>
                                      </p:cBhvr>
                                      <p:to>
                                        <p:strVal val="visible"/>
                                      </p:to>
                                    </p:set>
                                    <p:animEffect transition="in" filter="wipe(left)">
                                      <p:cBhvr>
                                        <p:cTn id="7" dur="500"/>
                                        <p:tgtEl>
                                          <p:spTgt spid="3078">
                                            <p:txEl>
                                              <p:pRg st="0" end="0"/>
                                            </p:txEl>
                                          </p:spTgt>
                                        </p:tgtEl>
                                      </p:cBhvr>
                                    </p:animEffect>
                                  </p:childTnLst>
                                </p:cTn>
                              </p:par>
                            </p:childTnLst>
                          </p:cTn>
                        </p:par>
                        <p:par>
                          <p:cTn id="8" fill="hold" nodeType="afterGroup">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3078">
                                            <p:txEl>
                                              <p:pRg st="1" end="1"/>
                                            </p:txEl>
                                          </p:spTgt>
                                        </p:tgtEl>
                                        <p:attrNameLst>
                                          <p:attrName>style.visibility</p:attrName>
                                        </p:attrNameLst>
                                      </p:cBhvr>
                                      <p:to>
                                        <p:strVal val="visible"/>
                                      </p:to>
                                    </p:set>
                                    <p:animEffect transition="in" filter="wipe(left)">
                                      <p:cBhvr>
                                        <p:cTn id="11" dur="500"/>
                                        <p:tgtEl>
                                          <p:spTgt spid="3078">
                                            <p:txEl>
                                              <p:pRg st="1" end="1"/>
                                            </p:txEl>
                                          </p:spTgt>
                                        </p:tgtEl>
                                      </p:cBhvr>
                                    </p:animEffect>
                                  </p:childTnLst>
                                </p:cTn>
                              </p:par>
                            </p:childTnLst>
                          </p:cTn>
                        </p:par>
                        <p:par>
                          <p:cTn id="12" fill="hold" nodeType="afterGroup">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3078">
                                            <p:txEl>
                                              <p:pRg st="2" end="2"/>
                                            </p:txEl>
                                          </p:spTgt>
                                        </p:tgtEl>
                                        <p:attrNameLst>
                                          <p:attrName>style.visibility</p:attrName>
                                        </p:attrNameLst>
                                      </p:cBhvr>
                                      <p:to>
                                        <p:strVal val="visible"/>
                                      </p:to>
                                    </p:set>
                                    <p:animEffect transition="in" filter="wipe(left)">
                                      <p:cBhvr>
                                        <p:cTn id="15" dur="500"/>
                                        <p:tgtEl>
                                          <p:spTgt spid="3078">
                                            <p:txEl>
                                              <p:pRg st="2" end="2"/>
                                            </p:txEl>
                                          </p:spTgt>
                                        </p:tgtEl>
                                      </p:cBhvr>
                                    </p:animEffect>
                                  </p:childTnLst>
                                </p:cTn>
                              </p:par>
                            </p:childTnLst>
                          </p:cTn>
                        </p:par>
                        <p:par>
                          <p:cTn id="16" fill="hold" nodeType="afterGroup">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3078">
                                            <p:txEl>
                                              <p:pRg st="3" end="3"/>
                                            </p:txEl>
                                          </p:spTgt>
                                        </p:tgtEl>
                                        <p:attrNameLst>
                                          <p:attrName>style.visibility</p:attrName>
                                        </p:attrNameLst>
                                      </p:cBhvr>
                                      <p:to>
                                        <p:strVal val="visible"/>
                                      </p:to>
                                    </p:set>
                                    <p:animEffect transition="in" filter="wipe(left)">
                                      <p:cBhvr>
                                        <p:cTn id="19" dur="500"/>
                                        <p:tgtEl>
                                          <p:spTgt spid="3078">
                                            <p:txEl>
                                              <p:pRg st="3" end="3"/>
                                            </p:txEl>
                                          </p:spTgt>
                                        </p:tgtEl>
                                      </p:cBhvr>
                                    </p:animEffect>
                                  </p:childTnLst>
                                </p:cTn>
                              </p:par>
                            </p:childTnLst>
                          </p:cTn>
                        </p:par>
                        <p:par>
                          <p:cTn id="20" fill="hold" nodeType="afterGroup">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3078">
                                            <p:txEl>
                                              <p:pRg st="4" end="4"/>
                                            </p:txEl>
                                          </p:spTgt>
                                        </p:tgtEl>
                                        <p:attrNameLst>
                                          <p:attrName>style.visibility</p:attrName>
                                        </p:attrNameLst>
                                      </p:cBhvr>
                                      <p:to>
                                        <p:strVal val="visible"/>
                                      </p:to>
                                    </p:set>
                                    <p:animEffect transition="in" filter="wipe(left)">
                                      <p:cBhvr>
                                        <p:cTn id="23" dur="500"/>
                                        <p:tgtEl>
                                          <p:spTgt spid="3078">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8" grpId="0" build="p">
        <p:tmplLst>
          <p:tmpl lvl="1">
            <p:tnLst>
              <p:par>
                <p:cTn presetID="22" presetClass="entr" presetSubtype="8" fill="hold" nodeType="afterEffect">
                  <p:stCondLst>
                    <p:cond delay="0"/>
                  </p:stCondLst>
                  <p:childTnLst>
                    <p:set>
                      <p:cBhvr>
                        <p:cTn dur="1" fill="hold">
                          <p:stCondLst>
                            <p:cond delay="0"/>
                          </p:stCondLst>
                        </p:cTn>
                        <p:tgtEl>
                          <p:spTgt spid="3078"/>
                        </p:tgtEl>
                        <p:attrNameLst>
                          <p:attrName>style.visibility</p:attrName>
                        </p:attrNameLst>
                      </p:cBhvr>
                      <p:to>
                        <p:strVal val="visible"/>
                      </p:to>
                    </p:set>
                    <p:animEffect transition="in" filter="wipe(left)">
                      <p:cBhvr>
                        <p:cTn dur="500"/>
                        <p:tgtEl>
                          <p:spTgt spid="3078"/>
                        </p:tgtEl>
                      </p:cBhvr>
                    </p:animEffect>
                  </p:childTnLst>
                </p:cTn>
              </p:par>
            </p:tnLst>
          </p:tmpl>
          <p:tmpl lvl="2">
            <p:tnLst>
              <p:par>
                <p:cTn presetID="22" presetClass="entr" presetSubtype="8" fill="hold" nodeType="afterEffect">
                  <p:stCondLst>
                    <p:cond delay="0"/>
                  </p:stCondLst>
                  <p:childTnLst>
                    <p:set>
                      <p:cBhvr>
                        <p:cTn dur="1" fill="hold">
                          <p:stCondLst>
                            <p:cond delay="0"/>
                          </p:stCondLst>
                        </p:cTn>
                        <p:tgtEl>
                          <p:spTgt spid="3078"/>
                        </p:tgtEl>
                        <p:attrNameLst>
                          <p:attrName>style.visibility</p:attrName>
                        </p:attrNameLst>
                      </p:cBhvr>
                      <p:to>
                        <p:strVal val="visible"/>
                      </p:to>
                    </p:set>
                    <p:animEffect transition="in" filter="wipe(left)">
                      <p:cBhvr>
                        <p:cTn dur="500"/>
                        <p:tgtEl>
                          <p:spTgt spid="3078"/>
                        </p:tgtEl>
                      </p:cBhvr>
                    </p:animEffect>
                  </p:childTnLst>
                </p:cTn>
              </p:par>
            </p:tnLst>
          </p:tmpl>
          <p:tmpl lvl="3">
            <p:tnLst>
              <p:par>
                <p:cTn presetID="22" presetClass="entr" presetSubtype="8" fill="hold" nodeType="afterEffect">
                  <p:stCondLst>
                    <p:cond delay="0"/>
                  </p:stCondLst>
                  <p:childTnLst>
                    <p:set>
                      <p:cBhvr>
                        <p:cTn dur="1" fill="hold">
                          <p:stCondLst>
                            <p:cond delay="0"/>
                          </p:stCondLst>
                        </p:cTn>
                        <p:tgtEl>
                          <p:spTgt spid="3078"/>
                        </p:tgtEl>
                        <p:attrNameLst>
                          <p:attrName>style.visibility</p:attrName>
                        </p:attrNameLst>
                      </p:cBhvr>
                      <p:to>
                        <p:strVal val="visible"/>
                      </p:to>
                    </p:set>
                    <p:animEffect transition="in" filter="wipe(left)">
                      <p:cBhvr>
                        <p:cTn dur="500"/>
                        <p:tgtEl>
                          <p:spTgt spid="3078"/>
                        </p:tgtEl>
                      </p:cBhvr>
                    </p:animEffect>
                  </p:childTnLst>
                </p:cTn>
              </p:par>
            </p:tnLst>
          </p:tmpl>
          <p:tmpl lvl="4">
            <p:tnLst>
              <p:par>
                <p:cTn presetID="22" presetClass="entr" presetSubtype="8" fill="hold" nodeType="afterEffect">
                  <p:stCondLst>
                    <p:cond delay="0"/>
                  </p:stCondLst>
                  <p:childTnLst>
                    <p:set>
                      <p:cBhvr>
                        <p:cTn dur="1" fill="hold">
                          <p:stCondLst>
                            <p:cond delay="0"/>
                          </p:stCondLst>
                        </p:cTn>
                        <p:tgtEl>
                          <p:spTgt spid="3078"/>
                        </p:tgtEl>
                        <p:attrNameLst>
                          <p:attrName>style.visibility</p:attrName>
                        </p:attrNameLst>
                      </p:cBhvr>
                      <p:to>
                        <p:strVal val="visible"/>
                      </p:to>
                    </p:set>
                    <p:animEffect transition="in" filter="wipe(left)">
                      <p:cBhvr>
                        <p:cTn dur="500"/>
                        <p:tgtEl>
                          <p:spTgt spid="3078"/>
                        </p:tgtEl>
                      </p:cBhvr>
                    </p:animEffect>
                  </p:childTnLst>
                </p:cTn>
              </p:par>
            </p:tnLst>
          </p:tmpl>
          <p:tmpl lvl="5">
            <p:tnLst>
              <p:par>
                <p:cTn presetID="22" presetClass="entr" presetSubtype="8" fill="hold" nodeType="afterEffect">
                  <p:stCondLst>
                    <p:cond delay="0"/>
                  </p:stCondLst>
                  <p:childTnLst>
                    <p:set>
                      <p:cBhvr>
                        <p:cTn dur="1" fill="hold">
                          <p:stCondLst>
                            <p:cond delay="0"/>
                          </p:stCondLst>
                        </p:cTn>
                        <p:tgtEl>
                          <p:spTgt spid="3078"/>
                        </p:tgtEl>
                        <p:attrNameLst>
                          <p:attrName>style.visibility</p:attrName>
                        </p:attrNameLst>
                      </p:cBhvr>
                      <p:to>
                        <p:strVal val="visible"/>
                      </p:to>
                    </p:set>
                    <p:animEffect transition="in" filter="wipe(left)">
                      <p:cBhvr>
                        <p:cTn dur="500"/>
                        <p:tgtEl>
                          <p:spTgt spid="3078"/>
                        </p:tgtEl>
                      </p:cBhvr>
                    </p:animEffect>
                  </p:childTnLst>
                </p:cTn>
              </p:par>
            </p:tnLst>
          </p:tmpl>
        </p:tmplLst>
      </p:bldP>
    </p:bldLst>
  </p:timing>
  <p:hf hdr="0" dt="0"/>
  <p:txStyles>
    <p:titleStyle>
      <a:lvl1pPr algn="ctr" rtl="0" eaLnBrk="0" fontAlgn="base" hangingPunct="0">
        <a:spcBef>
          <a:spcPct val="0"/>
        </a:spcBef>
        <a:spcAft>
          <a:spcPct val="0"/>
        </a:spcAft>
        <a:defRPr sz="4800" baseline="0">
          <a:solidFill>
            <a:srgbClr val="1C619A"/>
          </a:solidFill>
          <a:latin typeface="+mj-lt"/>
          <a:ea typeface="+mj-ea"/>
          <a:cs typeface="+mj-cs"/>
        </a:defRPr>
      </a:lvl1pPr>
      <a:lvl2pPr algn="ctr" rtl="0" eaLnBrk="0" fontAlgn="base" hangingPunct="0">
        <a:spcBef>
          <a:spcPct val="0"/>
        </a:spcBef>
        <a:spcAft>
          <a:spcPct val="0"/>
        </a:spcAft>
        <a:defRPr sz="4000">
          <a:solidFill>
            <a:srgbClr val="AE1221"/>
          </a:solidFill>
          <a:latin typeface="Arial" pitchFamily="34" charset="0"/>
        </a:defRPr>
      </a:lvl2pPr>
      <a:lvl3pPr algn="ctr" rtl="0" eaLnBrk="0" fontAlgn="base" hangingPunct="0">
        <a:spcBef>
          <a:spcPct val="0"/>
        </a:spcBef>
        <a:spcAft>
          <a:spcPct val="0"/>
        </a:spcAft>
        <a:defRPr sz="4000">
          <a:solidFill>
            <a:srgbClr val="AE1221"/>
          </a:solidFill>
          <a:latin typeface="Arial" pitchFamily="34" charset="0"/>
        </a:defRPr>
      </a:lvl3pPr>
      <a:lvl4pPr algn="ctr" rtl="0" eaLnBrk="0" fontAlgn="base" hangingPunct="0">
        <a:spcBef>
          <a:spcPct val="0"/>
        </a:spcBef>
        <a:spcAft>
          <a:spcPct val="0"/>
        </a:spcAft>
        <a:defRPr sz="4000">
          <a:solidFill>
            <a:srgbClr val="AE1221"/>
          </a:solidFill>
          <a:latin typeface="Arial" pitchFamily="34" charset="0"/>
        </a:defRPr>
      </a:lvl4pPr>
      <a:lvl5pPr algn="ctr" rtl="0" eaLnBrk="0" fontAlgn="base" hangingPunct="0">
        <a:spcBef>
          <a:spcPct val="0"/>
        </a:spcBef>
        <a:spcAft>
          <a:spcPct val="0"/>
        </a:spcAft>
        <a:defRPr sz="4000">
          <a:solidFill>
            <a:srgbClr val="AE1221"/>
          </a:solidFill>
          <a:latin typeface="Arial" pitchFamily="34" charset="0"/>
        </a:defRPr>
      </a:lvl5pPr>
      <a:lvl6pPr marL="457200" algn="ctr" rtl="0" fontAlgn="base">
        <a:spcBef>
          <a:spcPct val="0"/>
        </a:spcBef>
        <a:spcAft>
          <a:spcPct val="0"/>
        </a:spcAft>
        <a:defRPr sz="4000">
          <a:solidFill>
            <a:schemeClr val="accent2"/>
          </a:solidFill>
          <a:latin typeface="Arial" pitchFamily="34" charset="0"/>
        </a:defRPr>
      </a:lvl6pPr>
      <a:lvl7pPr marL="914400" algn="ctr" rtl="0" fontAlgn="base">
        <a:spcBef>
          <a:spcPct val="0"/>
        </a:spcBef>
        <a:spcAft>
          <a:spcPct val="0"/>
        </a:spcAft>
        <a:defRPr sz="4000">
          <a:solidFill>
            <a:schemeClr val="accent2"/>
          </a:solidFill>
          <a:latin typeface="Arial" pitchFamily="34" charset="0"/>
        </a:defRPr>
      </a:lvl7pPr>
      <a:lvl8pPr marL="1371600" algn="ctr" rtl="0" fontAlgn="base">
        <a:spcBef>
          <a:spcPct val="0"/>
        </a:spcBef>
        <a:spcAft>
          <a:spcPct val="0"/>
        </a:spcAft>
        <a:defRPr sz="4000">
          <a:solidFill>
            <a:schemeClr val="accent2"/>
          </a:solidFill>
          <a:latin typeface="Arial" pitchFamily="34" charset="0"/>
        </a:defRPr>
      </a:lvl8pPr>
      <a:lvl9pPr marL="1828800" algn="ctr" rtl="0" fontAlgn="base">
        <a:spcBef>
          <a:spcPct val="0"/>
        </a:spcBef>
        <a:spcAft>
          <a:spcPct val="0"/>
        </a:spcAft>
        <a:defRPr sz="4000">
          <a:solidFill>
            <a:schemeClr val="accent2"/>
          </a:solidFill>
          <a:latin typeface="Arial" pitchFamily="34" charset="0"/>
        </a:defRPr>
      </a:lvl9pPr>
    </p:titleStyle>
    <p:bodyStyle>
      <a:lvl1pPr marL="342900" indent="-342900" algn="l" rtl="0" eaLnBrk="0" fontAlgn="base" hangingPunct="0">
        <a:spcBef>
          <a:spcPct val="20000"/>
        </a:spcBef>
        <a:spcAft>
          <a:spcPct val="0"/>
        </a:spcAft>
        <a:buChar char="•"/>
        <a:defRPr sz="3400" baseline="0">
          <a:solidFill>
            <a:schemeClr val="tx2"/>
          </a:solidFill>
          <a:latin typeface="+mn-lt"/>
          <a:ea typeface="+mn-ea"/>
          <a:cs typeface="+mn-cs"/>
        </a:defRPr>
      </a:lvl1pPr>
      <a:lvl2pPr marL="742950" indent="-285750" algn="l" rtl="0" eaLnBrk="0" fontAlgn="base" hangingPunct="0">
        <a:spcBef>
          <a:spcPct val="20000"/>
        </a:spcBef>
        <a:spcAft>
          <a:spcPct val="0"/>
        </a:spcAft>
        <a:buFont typeface="Arial" pitchFamily="34" charset="0"/>
        <a:buChar char="–"/>
        <a:defRPr sz="3200">
          <a:solidFill>
            <a:schemeClr val="tx2"/>
          </a:solidFill>
          <a:latin typeface="+mn-lt"/>
        </a:defRPr>
      </a:lvl2pPr>
      <a:lvl3pPr marL="1143000" indent="-228600" algn="l" rtl="0" eaLnBrk="0" fontAlgn="base" hangingPunct="0">
        <a:spcBef>
          <a:spcPct val="20000"/>
        </a:spcBef>
        <a:spcAft>
          <a:spcPct val="0"/>
        </a:spcAft>
        <a:buSzPct val="90000"/>
        <a:buChar char="•"/>
        <a:defRPr sz="2800">
          <a:solidFill>
            <a:schemeClr val="tx2"/>
          </a:solidFill>
          <a:latin typeface="+mn-lt"/>
        </a:defRPr>
      </a:lvl3pPr>
      <a:lvl4pPr marL="1600200" indent="-228600" algn="l" rtl="0" eaLnBrk="0" fontAlgn="base" hangingPunct="0">
        <a:spcBef>
          <a:spcPct val="20000"/>
        </a:spcBef>
        <a:spcAft>
          <a:spcPct val="0"/>
        </a:spcAft>
        <a:buChar char="–"/>
        <a:defRPr sz="2400">
          <a:solidFill>
            <a:schemeClr val="tx1"/>
          </a:solidFill>
          <a:latin typeface="+mn-lt"/>
        </a:defRPr>
      </a:lvl4pPr>
      <a:lvl5pPr marL="2057400" indent="-228600" algn="l" rtl="0" eaLnBrk="0" fontAlgn="base" hangingPunct="0">
        <a:spcBef>
          <a:spcPct val="20000"/>
        </a:spcBef>
        <a:spcAft>
          <a:spcPct val="0"/>
        </a:spcAft>
        <a:buChar char="»"/>
        <a:defRPr sz="2000">
          <a:solidFill>
            <a:schemeClr val="tx2"/>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pSp>
        <p:nvGrpSpPr>
          <p:cNvPr id="27" name="Group 26">
            <a:extLst>
              <a:ext uri="{FF2B5EF4-FFF2-40B4-BE49-F238E27FC236}">
                <a16:creationId xmlns:a16="http://schemas.microsoft.com/office/drawing/2014/main" id="{74B579F0-E89E-33CA-1756-CFC6F437DFEC}"/>
              </a:ext>
            </a:extLst>
          </p:cNvPr>
          <p:cNvGrpSpPr/>
          <p:nvPr userDrawn="1"/>
        </p:nvGrpSpPr>
        <p:grpSpPr>
          <a:xfrm>
            <a:off x="61522" y="129262"/>
            <a:ext cx="9020956" cy="785138"/>
            <a:chOff x="61522" y="53062"/>
            <a:chExt cx="9020956" cy="785138"/>
          </a:xfrm>
        </p:grpSpPr>
        <p:pic>
          <p:nvPicPr>
            <p:cNvPr id="28" name="Picture 27">
              <a:extLst>
                <a:ext uri="{FF2B5EF4-FFF2-40B4-BE49-F238E27FC236}">
                  <a16:creationId xmlns:a16="http://schemas.microsoft.com/office/drawing/2014/main" id="{0EA1A926-702E-834C-1A3D-07FD4552C8F6}"/>
                </a:ext>
              </a:extLst>
            </p:cNvPr>
            <p:cNvPicPr>
              <a:picLocks noChangeAspect="1"/>
            </p:cNvPicPr>
            <p:nvPr userDrawn="1"/>
          </p:nvPicPr>
          <p:blipFill>
            <a:blip r:embed="rId5"/>
            <a:stretch>
              <a:fillRect/>
            </a:stretch>
          </p:blipFill>
          <p:spPr>
            <a:xfrm>
              <a:off x="8153400" y="53063"/>
              <a:ext cx="929078" cy="785137"/>
            </a:xfrm>
            <a:prstGeom prst="rect">
              <a:avLst/>
            </a:prstGeom>
          </p:spPr>
        </p:pic>
        <p:pic>
          <p:nvPicPr>
            <p:cNvPr id="29" name="Picture 28">
              <a:extLst>
                <a:ext uri="{FF2B5EF4-FFF2-40B4-BE49-F238E27FC236}">
                  <a16:creationId xmlns:a16="http://schemas.microsoft.com/office/drawing/2014/main" id="{0CCCE13B-1BF1-FF9C-0315-A8F59C7FB0E7}"/>
                </a:ext>
              </a:extLst>
            </p:cNvPr>
            <p:cNvPicPr>
              <a:picLocks noChangeAspect="1"/>
            </p:cNvPicPr>
            <p:nvPr userDrawn="1"/>
          </p:nvPicPr>
          <p:blipFill>
            <a:blip r:embed="rId5"/>
            <a:stretch>
              <a:fillRect/>
            </a:stretch>
          </p:blipFill>
          <p:spPr>
            <a:xfrm rot="10800000">
              <a:off x="61522" y="53062"/>
              <a:ext cx="929078" cy="785137"/>
            </a:xfrm>
            <a:prstGeom prst="rect">
              <a:avLst/>
            </a:prstGeom>
          </p:spPr>
        </p:pic>
      </p:grpSp>
      <p:sp>
        <p:nvSpPr>
          <p:cNvPr id="2053" name="Rectangle 3"/>
          <p:cNvSpPr>
            <a:spLocks noGrp="1" noChangeAspect="1" noChangeArrowheads="1"/>
          </p:cNvSpPr>
          <p:nvPr>
            <p:ph type="title"/>
          </p:nvPr>
        </p:nvSpPr>
        <p:spPr bwMode="auto">
          <a:xfrm>
            <a:off x="1" y="77788"/>
            <a:ext cx="9144000" cy="88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91440" tIns="45720" rIns="91440" bIns="45720" numCol="1" anchor="ctr" anchorCtr="0" compatLnSpc="1">
            <a:prstTxWarp prst="textNoShape">
              <a:avLst/>
            </a:prstTxWarp>
          </a:bodyPr>
          <a:lstStyle/>
          <a:p>
            <a:pPr lvl="0"/>
            <a:r>
              <a:rPr lang="en-US" altLang="en-US" dirty="0"/>
              <a:t>Name </a:t>
            </a:r>
            <a:r>
              <a:rPr lang="en-US" altLang="en-US" dirty="0" err="1"/>
              <a:t>fgchmvb</a:t>
            </a:r>
            <a:r>
              <a:rPr lang="en-US" altLang="en-US" dirty="0"/>
              <a:t> </a:t>
            </a:r>
          </a:p>
        </p:txBody>
      </p:sp>
      <p:sp>
        <p:nvSpPr>
          <p:cNvPr id="3078" name="Rectangle 8"/>
          <p:cNvSpPr>
            <a:spLocks noGrp="1" noChangeArrowheads="1"/>
          </p:cNvSpPr>
          <p:nvPr>
            <p:ph type="body" idx="1"/>
          </p:nvPr>
        </p:nvSpPr>
        <p:spPr bwMode="auto">
          <a:xfrm>
            <a:off x="277813" y="1025525"/>
            <a:ext cx="8588375" cy="542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dirty="0"/>
              <a:t>text </a:t>
            </a:r>
            <a:r>
              <a:rPr lang="en-US" altLang="en-US" dirty="0" err="1"/>
              <a:t>stClick</a:t>
            </a:r>
            <a:r>
              <a:rPr lang="en-US" altLang="en-US" dirty="0"/>
              <a:t> to edit Master </a:t>
            </a:r>
            <a:r>
              <a:rPr lang="en-US" altLang="en-US" dirty="0" err="1"/>
              <a:t>yles</a:t>
            </a:r>
            <a:endParaRPr lang="en-US" altLang="en-US" dirty="0"/>
          </a:p>
          <a:p>
            <a:pPr lvl="1"/>
            <a:r>
              <a:rPr lang="en-US" altLang="en-US" dirty="0"/>
              <a:t>Second level</a:t>
            </a:r>
          </a:p>
          <a:p>
            <a:pPr lvl="2"/>
            <a:r>
              <a:rPr lang="en-US" altLang="en-US" dirty="0" err="1"/>
              <a:t>Thirdlevel</a:t>
            </a:r>
            <a:endParaRPr lang="en-US" altLang="en-US" dirty="0"/>
          </a:p>
          <a:p>
            <a:pPr lvl="2"/>
            <a:r>
              <a:rPr lang="en-US" altLang="en-US" dirty="0"/>
              <a:t> Fourth level</a:t>
            </a:r>
          </a:p>
          <a:p>
            <a:pPr lvl="4"/>
            <a:r>
              <a:rPr lang="en-US" altLang="en-US" dirty="0"/>
              <a:t>Fifth level</a:t>
            </a:r>
          </a:p>
        </p:txBody>
      </p:sp>
      <p:sp>
        <p:nvSpPr>
          <p:cNvPr id="37898" name="Rectangle 10"/>
          <p:cNvSpPr>
            <a:spLocks noGrp="1" noChangeArrowheads="1"/>
          </p:cNvSpPr>
          <p:nvPr>
            <p:ph type="sldNum" sz="quarter" idx="4"/>
          </p:nvPr>
        </p:nvSpPr>
        <p:spPr bwMode="auto">
          <a:xfrm>
            <a:off x="8618538" y="6423025"/>
            <a:ext cx="520700" cy="379413"/>
          </a:xfrm>
          <a:prstGeom prst="rect">
            <a:avLst/>
          </a:prstGeom>
          <a:noFill/>
          <a:ln w="19050">
            <a:noFill/>
            <a:prstDash val="sysDot"/>
            <a:bevel/>
            <a:headEnd/>
            <a:tailEnd/>
          </a:ln>
          <a:effectLst/>
        </p:spPr>
        <p:txBody>
          <a:bodyPr vert="horz" wrap="square" lIns="91440" tIns="45720" rIns="91440" bIns="45720" numCol="1" anchor="t" anchorCtr="0" compatLnSpc="1">
            <a:prstTxWarp prst="textNoShape">
              <a:avLst/>
            </a:prstTxWarp>
          </a:bodyPr>
          <a:lstStyle>
            <a:lvl1pPr algn="ctr">
              <a:spcBef>
                <a:spcPct val="0"/>
              </a:spcBef>
              <a:buFontTx/>
              <a:buNone/>
              <a:defRPr sz="1200">
                <a:solidFill>
                  <a:srgbClr val="4E519E"/>
                </a:solidFill>
              </a:defRPr>
            </a:lvl1pPr>
          </a:lstStyle>
          <a:p>
            <a:pPr fontAlgn="base">
              <a:spcAft>
                <a:spcPct val="0"/>
              </a:spcAft>
              <a:defRPr/>
            </a:pPr>
            <a:fld id="{2378B25E-053D-4AA2-A71D-1D9F2F8C0927}" type="slidenum">
              <a:rPr lang="en-US" smtClean="0"/>
              <a:pPr fontAlgn="base">
                <a:spcAft>
                  <a:spcPct val="0"/>
                </a:spcAft>
                <a:defRPr/>
              </a:pPr>
              <a:t>‹#›</a:t>
            </a:fld>
            <a:endParaRPr lang="en-US" dirty="0"/>
          </a:p>
        </p:txBody>
      </p:sp>
      <p:sp>
        <p:nvSpPr>
          <p:cNvPr id="8" name="Footer Placeholder 2"/>
          <p:cNvSpPr>
            <a:spLocks noGrp="1"/>
          </p:cNvSpPr>
          <p:nvPr>
            <p:ph type="ftr" sz="quarter" idx="3"/>
          </p:nvPr>
        </p:nvSpPr>
        <p:spPr>
          <a:xfrm>
            <a:off x="0" y="6400800"/>
            <a:ext cx="8686800" cy="457200"/>
          </a:xfrm>
          <a:prstGeom prst="rect">
            <a:avLst/>
          </a:prstGeom>
          <a:noFill/>
        </p:spPr>
        <p:txBody>
          <a:bodyPr vert="horz" lIns="91440" tIns="45720" rIns="91440" bIns="45720" rtlCol="0" anchor="ctr"/>
          <a:lstStyle>
            <a:lvl1pPr algn="l">
              <a:buNone/>
              <a:defRPr sz="900">
                <a:solidFill>
                  <a:schemeClr val="tx1"/>
                </a:solidFill>
                <a:cs typeface="Arial" pitchFamily="34" charset="0"/>
              </a:defRPr>
            </a:lvl1pPr>
          </a:lstStyle>
          <a:p>
            <a:pPr fontAlgn="base">
              <a:spcAft>
                <a:spcPct val="0"/>
              </a:spcAft>
              <a:defRPr/>
            </a:pPr>
            <a:r>
              <a:rPr lang="en-US" dirty="0"/>
              <a:t>Mankiw, </a:t>
            </a:r>
            <a:r>
              <a:rPr lang="en-US" i="1" dirty="0"/>
              <a:t>Principles of Economics</a:t>
            </a:r>
            <a:r>
              <a:rPr lang="en-US" dirty="0"/>
              <a:t>, 11th Edition. © 2027 Cengage. All Rights Reserved. May not be scanned, copied or duplicated, or posted to a publicly accessible website, in whole or in part.</a:t>
            </a:r>
          </a:p>
        </p:txBody>
      </p:sp>
      <p:pic>
        <p:nvPicPr>
          <p:cNvPr id="17" name="Picture 16">
            <a:extLst>
              <a:ext uri="{FF2B5EF4-FFF2-40B4-BE49-F238E27FC236}">
                <a16:creationId xmlns:a16="http://schemas.microsoft.com/office/drawing/2014/main" id="{4248DB47-1941-E4A0-DF66-72A55A5C1F36}"/>
              </a:ext>
            </a:extLst>
          </p:cNvPr>
          <p:cNvPicPr>
            <a:picLocks noChangeAspect="1"/>
          </p:cNvPicPr>
          <p:nvPr userDrawn="1"/>
        </p:nvPicPr>
        <p:blipFill>
          <a:blip r:embed="rId6"/>
          <a:stretch>
            <a:fillRect/>
          </a:stretch>
        </p:blipFill>
        <p:spPr>
          <a:xfrm rot="10800000">
            <a:off x="277809" y="6400800"/>
            <a:ext cx="8588373" cy="52388"/>
          </a:xfrm>
          <a:prstGeom prst="rect">
            <a:avLst/>
          </a:prstGeom>
        </p:spPr>
      </p:pic>
    </p:spTree>
    <p:extLst>
      <p:ext uri="{BB962C8B-B14F-4D97-AF65-F5344CB8AC3E}">
        <p14:creationId xmlns:p14="http://schemas.microsoft.com/office/powerpoint/2010/main" val="2024080141"/>
      </p:ext>
    </p:extLst>
  </p:cSld>
  <p:clrMap bg1="lt1" tx1="dk1" bg2="lt2" tx2="dk2" accent1="accent1" accent2="accent2" accent3="accent3" accent4="accent4" accent5="accent5" accent6="accent6" hlink="hlink" folHlink="folHlink"/>
  <p:sldLayoutIdLst>
    <p:sldLayoutId id="2147483664" r:id="rId1"/>
    <p:sldLayoutId id="2147483674" r:id="rId2"/>
    <p:sldLayoutId id="2147483682" r:id="rId3"/>
  </p:sldLayoutIdLst>
  <p:transition/>
  <p:hf hdr="0" dt="0"/>
  <p:txStyles>
    <p:titleStyle>
      <a:lvl1pPr algn="ctr" rtl="0" eaLnBrk="0" fontAlgn="base" hangingPunct="0">
        <a:spcBef>
          <a:spcPct val="0"/>
        </a:spcBef>
        <a:spcAft>
          <a:spcPct val="0"/>
        </a:spcAft>
        <a:defRPr sz="4000">
          <a:solidFill>
            <a:srgbClr val="AE1221"/>
          </a:solidFill>
          <a:latin typeface="+mj-lt"/>
          <a:ea typeface="+mj-ea"/>
          <a:cs typeface="+mj-cs"/>
        </a:defRPr>
      </a:lvl1pPr>
      <a:lvl2pPr algn="ctr" rtl="0" eaLnBrk="0" fontAlgn="base" hangingPunct="0">
        <a:spcBef>
          <a:spcPct val="0"/>
        </a:spcBef>
        <a:spcAft>
          <a:spcPct val="0"/>
        </a:spcAft>
        <a:defRPr sz="4000">
          <a:solidFill>
            <a:srgbClr val="AE1221"/>
          </a:solidFill>
          <a:latin typeface="Arial" pitchFamily="34" charset="0"/>
        </a:defRPr>
      </a:lvl2pPr>
      <a:lvl3pPr algn="ctr" rtl="0" eaLnBrk="0" fontAlgn="base" hangingPunct="0">
        <a:spcBef>
          <a:spcPct val="0"/>
        </a:spcBef>
        <a:spcAft>
          <a:spcPct val="0"/>
        </a:spcAft>
        <a:defRPr sz="4000">
          <a:solidFill>
            <a:srgbClr val="AE1221"/>
          </a:solidFill>
          <a:latin typeface="Arial" pitchFamily="34" charset="0"/>
        </a:defRPr>
      </a:lvl3pPr>
      <a:lvl4pPr algn="ctr" rtl="0" eaLnBrk="0" fontAlgn="base" hangingPunct="0">
        <a:spcBef>
          <a:spcPct val="0"/>
        </a:spcBef>
        <a:spcAft>
          <a:spcPct val="0"/>
        </a:spcAft>
        <a:defRPr sz="4000">
          <a:solidFill>
            <a:srgbClr val="AE1221"/>
          </a:solidFill>
          <a:latin typeface="Arial" pitchFamily="34" charset="0"/>
        </a:defRPr>
      </a:lvl4pPr>
      <a:lvl5pPr algn="ctr" rtl="0" eaLnBrk="0" fontAlgn="base" hangingPunct="0">
        <a:spcBef>
          <a:spcPct val="0"/>
        </a:spcBef>
        <a:spcAft>
          <a:spcPct val="0"/>
        </a:spcAft>
        <a:defRPr sz="4000">
          <a:solidFill>
            <a:srgbClr val="AE1221"/>
          </a:solidFill>
          <a:latin typeface="Arial" pitchFamily="34" charset="0"/>
        </a:defRPr>
      </a:lvl5pPr>
      <a:lvl6pPr marL="457200" algn="ctr" rtl="0" fontAlgn="base">
        <a:spcBef>
          <a:spcPct val="0"/>
        </a:spcBef>
        <a:spcAft>
          <a:spcPct val="0"/>
        </a:spcAft>
        <a:defRPr sz="4000">
          <a:solidFill>
            <a:schemeClr val="accent2"/>
          </a:solidFill>
          <a:latin typeface="Arial" pitchFamily="34" charset="0"/>
        </a:defRPr>
      </a:lvl6pPr>
      <a:lvl7pPr marL="914400" algn="ctr" rtl="0" fontAlgn="base">
        <a:spcBef>
          <a:spcPct val="0"/>
        </a:spcBef>
        <a:spcAft>
          <a:spcPct val="0"/>
        </a:spcAft>
        <a:defRPr sz="4000">
          <a:solidFill>
            <a:schemeClr val="accent2"/>
          </a:solidFill>
          <a:latin typeface="Arial" pitchFamily="34" charset="0"/>
        </a:defRPr>
      </a:lvl7pPr>
      <a:lvl8pPr marL="1371600" algn="ctr" rtl="0" fontAlgn="base">
        <a:spcBef>
          <a:spcPct val="0"/>
        </a:spcBef>
        <a:spcAft>
          <a:spcPct val="0"/>
        </a:spcAft>
        <a:defRPr sz="4000">
          <a:solidFill>
            <a:schemeClr val="accent2"/>
          </a:solidFill>
          <a:latin typeface="Arial" pitchFamily="34" charset="0"/>
        </a:defRPr>
      </a:lvl8pPr>
      <a:lvl9pPr marL="1828800" algn="ctr" rtl="0" fontAlgn="base">
        <a:spcBef>
          <a:spcPct val="0"/>
        </a:spcBef>
        <a:spcAft>
          <a:spcPct val="0"/>
        </a:spcAft>
        <a:defRPr sz="4000">
          <a:solidFill>
            <a:schemeClr val="accent2"/>
          </a:solidFill>
          <a:latin typeface="Arial" pitchFamily="34" charset="0"/>
        </a:defRPr>
      </a:lvl9pPr>
    </p:titleStyle>
    <p:bodyStyle>
      <a:lvl1pPr marL="342900" indent="-342900" algn="l" rtl="0" eaLnBrk="0" fontAlgn="base" hangingPunct="0">
        <a:spcBef>
          <a:spcPct val="20000"/>
        </a:spcBef>
        <a:spcAft>
          <a:spcPct val="0"/>
        </a:spcAft>
        <a:buChar char="•"/>
        <a:defRPr sz="3400">
          <a:solidFill>
            <a:srgbClr val="0076A9"/>
          </a:solidFill>
          <a:latin typeface="+mn-lt"/>
          <a:ea typeface="+mn-ea"/>
          <a:cs typeface="+mn-cs"/>
        </a:defRPr>
      </a:lvl1pPr>
      <a:lvl2pPr marL="742950" indent="-285750" algn="l" rtl="0" eaLnBrk="0" fontAlgn="base" hangingPunct="0">
        <a:spcBef>
          <a:spcPct val="20000"/>
        </a:spcBef>
        <a:spcAft>
          <a:spcPct val="0"/>
        </a:spcAft>
        <a:buFont typeface="Arial" pitchFamily="34" charset="0"/>
        <a:buChar char="–"/>
        <a:defRPr sz="3200">
          <a:solidFill>
            <a:schemeClr val="tx1"/>
          </a:solidFill>
          <a:latin typeface="+mn-lt"/>
        </a:defRPr>
      </a:lvl2pPr>
      <a:lvl3pPr marL="1143000" indent="-228600" algn="l" rtl="0" eaLnBrk="0" fontAlgn="base" hangingPunct="0">
        <a:spcBef>
          <a:spcPct val="20000"/>
        </a:spcBef>
        <a:spcAft>
          <a:spcPct val="0"/>
        </a:spcAft>
        <a:buSzPct val="90000"/>
        <a:buChar char="•"/>
        <a:defRPr sz="2800">
          <a:solidFill>
            <a:schemeClr val="tx1"/>
          </a:solidFill>
          <a:latin typeface="+mn-lt"/>
        </a:defRPr>
      </a:lvl3pPr>
      <a:lvl4pPr marL="1600200" indent="-228600" algn="l" rtl="0" eaLnBrk="0" fontAlgn="base" hangingPunct="0">
        <a:spcBef>
          <a:spcPct val="20000"/>
        </a:spcBef>
        <a:spcAft>
          <a:spcPct val="0"/>
        </a:spcAft>
        <a:buChar char="–"/>
        <a:defRPr sz="24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pSp>
        <p:nvGrpSpPr>
          <p:cNvPr id="2" name="Group 1"/>
          <p:cNvGrpSpPr/>
          <p:nvPr/>
        </p:nvGrpSpPr>
        <p:grpSpPr>
          <a:xfrm>
            <a:off x="0" y="1"/>
            <a:ext cx="9144000" cy="6542704"/>
            <a:chOff x="0" y="1"/>
            <a:chExt cx="9144000" cy="6542704"/>
          </a:xfrm>
        </p:grpSpPr>
        <p:pic>
          <p:nvPicPr>
            <p:cNvPr id="3074" name="Picture 13"/>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209550" y="487363"/>
              <a:ext cx="8591550" cy="565370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Lst>
          </p:spPr>
        </p:pic>
        <p:pic>
          <p:nvPicPr>
            <p:cNvPr id="3080" name="Picture 10"/>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8801100" y="436563"/>
              <a:ext cx="342900" cy="60515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Lst>
          </p:spPr>
        </p:pic>
        <p:pic>
          <p:nvPicPr>
            <p:cNvPr id="3081" name="Picture 11"/>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0" y="6141067"/>
              <a:ext cx="9144000" cy="40163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Lst>
          </p:spPr>
        </p:pic>
        <p:pic>
          <p:nvPicPr>
            <p:cNvPr id="3075" name="Picture 12"/>
            <p:cNvPicPr>
              <a:picLocks noChangeAspect="1" noChangeArrowheads="1"/>
            </p:cNvPicPr>
            <p:nvPr userDrawn="1"/>
          </p:nvPicPr>
          <p:blipFill>
            <a:blip r:embed="rId6">
              <a:extLst>
                <a:ext uri="{28A0092B-C50C-407E-A947-70E740481C1C}">
                  <a14:useLocalDpi xmlns:a14="http://schemas.microsoft.com/office/drawing/2010/main" val="0"/>
                </a:ext>
              </a:extLst>
            </a:blip>
            <a:srcRect/>
            <a:stretch>
              <a:fillRect/>
            </a:stretch>
          </p:blipFill>
          <p:spPr bwMode="auto">
            <a:xfrm>
              <a:off x="11328" y="1"/>
              <a:ext cx="247650" cy="654270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Lst>
          </p:spPr>
        </p:pic>
      </p:grpSp>
      <p:sp>
        <p:nvSpPr>
          <p:cNvPr id="3076" name="Rectangle 2"/>
          <p:cNvSpPr>
            <a:spLocks noGrp="1" noChangeAspect="1" noChangeArrowheads="1"/>
          </p:cNvSpPr>
          <p:nvPr>
            <p:ph type="title"/>
          </p:nvPr>
        </p:nvSpPr>
        <p:spPr bwMode="auto">
          <a:xfrm>
            <a:off x="209550" y="0"/>
            <a:ext cx="8770938" cy="444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Figure 1</a:t>
            </a:r>
          </a:p>
        </p:txBody>
      </p:sp>
      <p:sp>
        <p:nvSpPr>
          <p:cNvPr id="3077" name="Rectangle 3"/>
          <p:cNvSpPr>
            <a:spLocks noGrp="1" noChangeArrowheads="1"/>
          </p:cNvSpPr>
          <p:nvPr>
            <p:ph type="body" idx="1"/>
          </p:nvPr>
        </p:nvSpPr>
        <p:spPr bwMode="auto">
          <a:xfrm>
            <a:off x="414338" y="1600200"/>
            <a:ext cx="36576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Text</a:t>
            </a:r>
          </a:p>
        </p:txBody>
      </p:sp>
      <p:sp>
        <p:nvSpPr>
          <p:cNvPr id="185357" name="Rectangle 13"/>
          <p:cNvSpPr>
            <a:spLocks noGrp="1" noChangeArrowheads="1"/>
          </p:cNvSpPr>
          <p:nvPr>
            <p:ph type="sldNum" sz="quarter" idx="4"/>
          </p:nvPr>
        </p:nvSpPr>
        <p:spPr bwMode="auto">
          <a:xfrm>
            <a:off x="8618538" y="6473825"/>
            <a:ext cx="520700" cy="379413"/>
          </a:xfrm>
          <a:prstGeom prst="rect">
            <a:avLst/>
          </a:prstGeom>
          <a:noFill/>
          <a:ln w="19050">
            <a:noFill/>
            <a:prstDash val="sysDash"/>
            <a:miter lim="800000"/>
            <a:headEnd/>
            <a:tailEnd/>
          </a:ln>
          <a:effectLst/>
        </p:spPr>
        <p:txBody>
          <a:bodyPr vert="horz" wrap="square" lIns="91440" tIns="45720" rIns="91440" bIns="45720" numCol="1" anchor="t" anchorCtr="0" compatLnSpc="1">
            <a:prstTxWarp prst="textNoShape">
              <a:avLst/>
            </a:prstTxWarp>
          </a:bodyPr>
          <a:lstStyle>
            <a:lvl1pPr algn="ctr">
              <a:spcBef>
                <a:spcPct val="0"/>
              </a:spcBef>
              <a:buFontTx/>
              <a:buNone/>
              <a:defRPr sz="1200">
                <a:solidFill>
                  <a:srgbClr val="4E519E"/>
                </a:solidFill>
              </a:defRPr>
            </a:lvl1pPr>
          </a:lstStyle>
          <a:p>
            <a:pPr fontAlgn="base">
              <a:spcAft>
                <a:spcPct val="0"/>
              </a:spcAft>
              <a:defRPr/>
            </a:pPr>
            <a:fld id="{5E12E99D-42F8-4B90-BC1F-2FD222301686}" type="slidenum">
              <a:rPr lang="en-US" smtClean="0"/>
              <a:pPr fontAlgn="base">
                <a:spcAft>
                  <a:spcPct val="0"/>
                </a:spcAft>
                <a:defRPr/>
              </a:pPr>
              <a:t>‹#›</a:t>
            </a:fld>
            <a:endParaRPr lang="en-US" dirty="0"/>
          </a:p>
        </p:txBody>
      </p:sp>
      <p:sp>
        <p:nvSpPr>
          <p:cNvPr id="5" name="Footer Placeholder 4"/>
          <p:cNvSpPr>
            <a:spLocks noGrp="1"/>
          </p:cNvSpPr>
          <p:nvPr>
            <p:ph type="ftr" sz="quarter" idx="3"/>
          </p:nvPr>
        </p:nvSpPr>
        <p:spPr>
          <a:xfrm>
            <a:off x="0" y="6341886"/>
            <a:ext cx="8763000" cy="516114"/>
          </a:xfrm>
          <a:prstGeom prst="rect">
            <a:avLst/>
          </a:prstGeom>
        </p:spPr>
        <p:txBody>
          <a:bodyPr vert="horz" lIns="91440" tIns="45720" rIns="91440" bIns="45720" rtlCol="0" anchor="ctr"/>
          <a:lstStyle>
            <a:lvl1pPr algn="l">
              <a:buFontTx/>
              <a:buNone/>
              <a:defRPr sz="900">
                <a:solidFill>
                  <a:schemeClr val="tx1"/>
                </a:solidFill>
                <a:cs typeface="Arial" pitchFamily="34" charset="0"/>
              </a:defRPr>
            </a:lvl1pPr>
          </a:lstStyle>
          <a:p>
            <a:pPr fontAlgn="base">
              <a:spcBef>
                <a:spcPct val="20000"/>
              </a:spcBef>
              <a:spcAft>
                <a:spcPct val="0"/>
              </a:spcAft>
              <a:defRPr/>
            </a:pPr>
            <a:r>
              <a:rPr lang="en-US" dirty="0">
                <a:solidFill>
                  <a:srgbClr val="000000"/>
                </a:solidFill>
              </a:rPr>
              <a:t>Mankiw, </a:t>
            </a:r>
            <a:r>
              <a:rPr lang="en-US" i="1" dirty="0">
                <a:solidFill>
                  <a:srgbClr val="000000"/>
                </a:solidFill>
              </a:rPr>
              <a:t>Principles of Economics</a:t>
            </a:r>
            <a:r>
              <a:rPr lang="en-US" dirty="0">
                <a:solidFill>
                  <a:srgbClr val="000000"/>
                </a:solidFill>
              </a:rPr>
              <a:t>, 11th Edition. © 2027 Cengage. All Rights Reserved. May not be scanned, copied or duplicated, or posted to a publicly accessible website, in whole or in part.</a:t>
            </a:r>
          </a:p>
        </p:txBody>
      </p:sp>
      <p:grpSp>
        <p:nvGrpSpPr>
          <p:cNvPr id="11" name="Group 10"/>
          <p:cNvGrpSpPr/>
          <p:nvPr/>
        </p:nvGrpSpPr>
        <p:grpSpPr>
          <a:xfrm>
            <a:off x="90539" y="77773"/>
            <a:ext cx="8929618" cy="6297167"/>
            <a:chOff x="90539" y="77773"/>
            <a:chExt cx="8929618" cy="6297167"/>
          </a:xfrm>
        </p:grpSpPr>
        <p:grpSp>
          <p:nvGrpSpPr>
            <p:cNvPr id="12" name="Group 11"/>
            <p:cNvGrpSpPr/>
            <p:nvPr userDrawn="1"/>
          </p:nvGrpSpPr>
          <p:grpSpPr>
            <a:xfrm>
              <a:off x="90539" y="77773"/>
              <a:ext cx="2075718" cy="583326"/>
              <a:chOff x="90539" y="77773"/>
              <a:chExt cx="2075718" cy="583326"/>
            </a:xfrm>
          </p:grpSpPr>
          <p:cxnSp>
            <p:nvCxnSpPr>
              <p:cNvPr id="16" name="Straight Connector 15"/>
              <p:cNvCxnSpPr/>
              <p:nvPr userDrawn="1"/>
            </p:nvCxnSpPr>
            <p:spPr bwMode="auto">
              <a:xfrm>
                <a:off x="90539" y="536628"/>
                <a:ext cx="2075718" cy="0"/>
              </a:xfrm>
              <a:prstGeom prst="line">
                <a:avLst/>
              </a:prstGeom>
              <a:noFill/>
              <a:ln w="28575" cap="flat" cmpd="sng" algn="ctr">
                <a:solidFill>
                  <a:srgbClr val="074866"/>
                </a:solidFill>
                <a:prstDash val="solid"/>
                <a:round/>
                <a:headEnd type="none" w="med" len="med"/>
                <a:tailEnd type="none" w="med" len="med"/>
              </a:ln>
              <a:effectLst/>
            </p:spPr>
          </p:cxnSp>
          <p:cxnSp>
            <p:nvCxnSpPr>
              <p:cNvPr id="17" name="Straight Connector 16"/>
              <p:cNvCxnSpPr/>
              <p:nvPr userDrawn="1"/>
            </p:nvCxnSpPr>
            <p:spPr bwMode="auto">
              <a:xfrm flipV="1">
                <a:off x="202361" y="77773"/>
                <a:ext cx="0" cy="583326"/>
              </a:xfrm>
              <a:prstGeom prst="line">
                <a:avLst/>
              </a:prstGeom>
              <a:noFill/>
              <a:ln w="28575" cap="flat" cmpd="sng" algn="ctr">
                <a:solidFill>
                  <a:srgbClr val="074866"/>
                </a:solidFill>
                <a:prstDash val="solid"/>
                <a:round/>
                <a:headEnd type="none" w="med" len="med"/>
                <a:tailEnd type="none" w="med" len="med"/>
              </a:ln>
              <a:effectLst/>
            </p:spPr>
          </p:cxnSp>
        </p:grpSp>
        <p:grpSp>
          <p:nvGrpSpPr>
            <p:cNvPr id="13" name="Group 12"/>
            <p:cNvGrpSpPr/>
            <p:nvPr userDrawn="1"/>
          </p:nvGrpSpPr>
          <p:grpSpPr>
            <a:xfrm>
              <a:off x="8187163" y="6011640"/>
              <a:ext cx="832994" cy="363300"/>
              <a:chOff x="8187163" y="6011640"/>
              <a:chExt cx="832994" cy="363300"/>
            </a:xfrm>
          </p:grpSpPr>
          <p:cxnSp>
            <p:nvCxnSpPr>
              <p:cNvPr id="14" name="Straight Connector 13"/>
              <p:cNvCxnSpPr/>
              <p:nvPr userDrawn="1"/>
            </p:nvCxnSpPr>
            <p:spPr bwMode="auto">
              <a:xfrm>
                <a:off x="8187163" y="6292878"/>
                <a:ext cx="832994" cy="1"/>
              </a:xfrm>
              <a:prstGeom prst="line">
                <a:avLst/>
              </a:prstGeom>
              <a:noFill/>
              <a:ln w="28575" cap="flat" cmpd="sng" algn="ctr">
                <a:solidFill>
                  <a:srgbClr val="074866"/>
                </a:solidFill>
                <a:prstDash val="solid"/>
                <a:round/>
                <a:headEnd type="none" w="med" len="med"/>
                <a:tailEnd type="none" w="med" len="med"/>
              </a:ln>
              <a:effectLst/>
            </p:spPr>
          </p:cxnSp>
          <p:cxnSp>
            <p:nvCxnSpPr>
              <p:cNvPr id="15" name="Straight Connector 14"/>
              <p:cNvCxnSpPr/>
              <p:nvPr userDrawn="1"/>
            </p:nvCxnSpPr>
            <p:spPr bwMode="auto">
              <a:xfrm>
                <a:off x="8942003" y="6011640"/>
                <a:ext cx="0" cy="363300"/>
              </a:xfrm>
              <a:prstGeom prst="line">
                <a:avLst/>
              </a:prstGeom>
              <a:noFill/>
              <a:ln w="28575" cap="flat" cmpd="sng" algn="ctr">
                <a:solidFill>
                  <a:srgbClr val="074866"/>
                </a:solidFill>
                <a:prstDash val="solid"/>
                <a:round/>
                <a:headEnd type="none" w="med" len="med"/>
                <a:tailEnd type="none" w="med" len="med"/>
              </a:ln>
              <a:effectLst/>
            </p:spPr>
          </p:cxnSp>
        </p:grpSp>
      </p:grpSp>
    </p:spTree>
    <p:extLst>
      <p:ext uri="{BB962C8B-B14F-4D97-AF65-F5344CB8AC3E}">
        <p14:creationId xmlns:p14="http://schemas.microsoft.com/office/powerpoint/2010/main" val="3318089468"/>
      </p:ext>
    </p:extLst>
  </p:cSld>
  <p:clrMap bg1="lt1" tx1="dk1" bg2="lt2" tx2="dk2" accent1="accent1" accent2="accent2" accent3="accent3" accent4="accent4" accent5="accent5" accent6="accent6" hlink="hlink" folHlink="folHlink"/>
  <p:sldLayoutIdLst>
    <p:sldLayoutId id="2147483666" r:id="rId1"/>
  </p:sldLayoutIdLst>
  <p:hf hdr="0" dt="0"/>
  <p:txStyles>
    <p:titleStyle>
      <a:lvl1pPr algn="ctr" rtl="0" eaLnBrk="0" fontAlgn="base" hangingPunct="0">
        <a:spcBef>
          <a:spcPct val="0"/>
        </a:spcBef>
        <a:spcAft>
          <a:spcPct val="0"/>
        </a:spcAft>
        <a:defRPr sz="3300">
          <a:solidFill>
            <a:srgbClr val="0D0D0D"/>
          </a:solidFill>
          <a:latin typeface="+mj-lt"/>
          <a:ea typeface="+mj-ea"/>
          <a:cs typeface="+mj-cs"/>
        </a:defRPr>
      </a:lvl1pPr>
      <a:lvl2pPr algn="ctr" rtl="0" eaLnBrk="0" fontAlgn="base" hangingPunct="0">
        <a:spcBef>
          <a:spcPct val="0"/>
        </a:spcBef>
        <a:spcAft>
          <a:spcPct val="0"/>
        </a:spcAft>
        <a:defRPr sz="3300">
          <a:solidFill>
            <a:srgbClr val="0D0D0D"/>
          </a:solidFill>
          <a:latin typeface="Arial" pitchFamily="34" charset="0"/>
        </a:defRPr>
      </a:lvl2pPr>
      <a:lvl3pPr algn="ctr" rtl="0" eaLnBrk="0" fontAlgn="base" hangingPunct="0">
        <a:spcBef>
          <a:spcPct val="0"/>
        </a:spcBef>
        <a:spcAft>
          <a:spcPct val="0"/>
        </a:spcAft>
        <a:defRPr sz="3300">
          <a:solidFill>
            <a:srgbClr val="0D0D0D"/>
          </a:solidFill>
          <a:latin typeface="Arial" pitchFamily="34" charset="0"/>
        </a:defRPr>
      </a:lvl3pPr>
      <a:lvl4pPr algn="ctr" rtl="0" eaLnBrk="0" fontAlgn="base" hangingPunct="0">
        <a:spcBef>
          <a:spcPct val="0"/>
        </a:spcBef>
        <a:spcAft>
          <a:spcPct val="0"/>
        </a:spcAft>
        <a:defRPr sz="3300">
          <a:solidFill>
            <a:srgbClr val="0D0D0D"/>
          </a:solidFill>
          <a:latin typeface="Arial" pitchFamily="34" charset="0"/>
        </a:defRPr>
      </a:lvl4pPr>
      <a:lvl5pPr algn="ctr" rtl="0" eaLnBrk="0" fontAlgn="base" hangingPunct="0">
        <a:spcBef>
          <a:spcPct val="0"/>
        </a:spcBef>
        <a:spcAft>
          <a:spcPct val="0"/>
        </a:spcAft>
        <a:defRPr sz="3300">
          <a:solidFill>
            <a:srgbClr val="0D0D0D"/>
          </a:solidFill>
          <a:latin typeface="Arial" pitchFamily="34" charset="0"/>
        </a:defRPr>
      </a:lvl5pPr>
      <a:lvl6pPr marL="457200" algn="l" rtl="0" fontAlgn="base">
        <a:spcBef>
          <a:spcPct val="0"/>
        </a:spcBef>
        <a:spcAft>
          <a:spcPct val="0"/>
        </a:spcAft>
        <a:defRPr sz="3400">
          <a:solidFill>
            <a:srgbClr val="660066"/>
          </a:solidFill>
          <a:latin typeface="Arial" pitchFamily="34" charset="0"/>
        </a:defRPr>
      </a:lvl6pPr>
      <a:lvl7pPr marL="914400" algn="l" rtl="0" fontAlgn="base">
        <a:spcBef>
          <a:spcPct val="0"/>
        </a:spcBef>
        <a:spcAft>
          <a:spcPct val="0"/>
        </a:spcAft>
        <a:defRPr sz="3400">
          <a:solidFill>
            <a:srgbClr val="660066"/>
          </a:solidFill>
          <a:latin typeface="Arial" pitchFamily="34" charset="0"/>
        </a:defRPr>
      </a:lvl7pPr>
      <a:lvl8pPr marL="1371600" algn="l" rtl="0" fontAlgn="base">
        <a:spcBef>
          <a:spcPct val="0"/>
        </a:spcBef>
        <a:spcAft>
          <a:spcPct val="0"/>
        </a:spcAft>
        <a:defRPr sz="3400">
          <a:solidFill>
            <a:srgbClr val="660066"/>
          </a:solidFill>
          <a:latin typeface="Arial" pitchFamily="34" charset="0"/>
        </a:defRPr>
      </a:lvl8pPr>
      <a:lvl9pPr marL="1828800" algn="l" rtl="0" fontAlgn="base">
        <a:spcBef>
          <a:spcPct val="0"/>
        </a:spcBef>
        <a:spcAft>
          <a:spcPct val="0"/>
        </a:spcAft>
        <a:defRPr sz="3400">
          <a:solidFill>
            <a:srgbClr val="660066"/>
          </a:solidFill>
          <a:latin typeface="Arial" pitchFamily="34" charset="0"/>
        </a:defRPr>
      </a:lvl9pPr>
    </p:titleStyle>
    <p:bodyStyle>
      <a:lvl1pPr marL="342900" indent="-342900" algn="l" rtl="0" eaLnBrk="0" fontAlgn="base" hangingPunct="0">
        <a:spcBef>
          <a:spcPct val="20000"/>
        </a:spcBef>
        <a:spcAft>
          <a:spcPct val="0"/>
        </a:spcAft>
        <a:defRPr>
          <a:solidFill>
            <a:schemeClr val="tx1"/>
          </a:solidFill>
          <a:latin typeface="+mn-lt"/>
          <a:ea typeface="+mn-ea"/>
          <a:cs typeface="+mn-cs"/>
        </a:defRPr>
      </a:lvl1pPr>
      <a:lvl2pPr marL="742950" indent="-285750" algn="l" rtl="0" eaLnBrk="0" fontAlgn="base" hangingPunct="0">
        <a:spcBef>
          <a:spcPct val="20000"/>
        </a:spcBef>
        <a:spcAft>
          <a:spcPct val="0"/>
        </a:spcAft>
        <a:defRPr>
          <a:solidFill>
            <a:schemeClr val="tx1"/>
          </a:solidFill>
          <a:latin typeface="+mn-lt"/>
        </a:defRPr>
      </a:lvl2pPr>
      <a:lvl3pPr marL="1143000" indent="-228600" algn="l" rtl="0" eaLnBrk="0" fontAlgn="base" hangingPunct="0">
        <a:spcBef>
          <a:spcPct val="20000"/>
        </a:spcBef>
        <a:spcAft>
          <a:spcPct val="0"/>
        </a:spcAft>
        <a:defRPr>
          <a:solidFill>
            <a:schemeClr val="tx1"/>
          </a:solidFill>
          <a:latin typeface="+mn-lt"/>
        </a:defRPr>
      </a:lvl3pPr>
      <a:lvl4pPr marL="1600200" indent="-228600" algn="l" rtl="0" eaLnBrk="0" fontAlgn="base" hangingPunct="0">
        <a:spcBef>
          <a:spcPct val="20000"/>
        </a:spcBef>
        <a:spcAft>
          <a:spcPct val="0"/>
        </a:spcAft>
        <a:defRPr>
          <a:solidFill>
            <a:schemeClr val="tx1"/>
          </a:solidFill>
          <a:latin typeface="+mn-lt"/>
        </a:defRPr>
      </a:lvl4pPr>
      <a:lvl5pPr marL="2057400" indent="-228600" algn="l" rtl="0" eaLnBrk="0" fontAlgn="base" hangingPunct="0">
        <a:spcBef>
          <a:spcPct val="20000"/>
        </a:spcBef>
        <a:spcAft>
          <a:spcPct val="0"/>
        </a:spcAft>
        <a:defRPr>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076" name="Rectangle 2"/>
          <p:cNvSpPr>
            <a:spLocks noGrp="1" noChangeAspect="1" noChangeArrowheads="1"/>
          </p:cNvSpPr>
          <p:nvPr>
            <p:ph type="title"/>
          </p:nvPr>
        </p:nvSpPr>
        <p:spPr bwMode="auto">
          <a:xfrm>
            <a:off x="209550" y="0"/>
            <a:ext cx="8770938" cy="444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dirty="0"/>
              <a:t>Table 1</a:t>
            </a:r>
          </a:p>
        </p:txBody>
      </p:sp>
      <p:sp>
        <p:nvSpPr>
          <p:cNvPr id="3077" name="Rectangle 3"/>
          <p:cNvSpPr>
            <a:spLocks noGrp="1" noChangeArrowheads="1"/>
          </p:cNvSpPr>
          <p:nvPr>
            <p:ph type="body" idx="1"/>
          </p:nvPr>
        </p:nvSpPr>
        <p:spPr bwMode="auto">
          <a:xfrm>
            <a:off x="414338" y="1600200"/>
            <a:ext cx="36576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Text</a:t>
            </a:r>
          </a:p>
        </p:txBody>
      </p:sp>
      <p:sp>
        <p:nvSpPr>
          <p:cNvPr id="185357" name="Rectangle 13"/>
          <p:cNvSpPr>
            <a:spLocks noGrp="1" noChangeArrowheads="1"/>
          </p:cNvSpPr>
          <p:nvPr>
            <p:ph type="sldNum" sz="quarter" idx="4"/>
          </p:nvPr>
        </p:nvSpPr>
        <p:spPr bwMode="auto">
          <a:xfrm>
            <a:off x="8618538" y="6473825"/>
            <a:ext cx="520700" cy="379413"/>
          </a:xfrm>
          <a:prstGeom prst="rect">
            <a:avLst/>
          </a:prstGeom>
          <a:noFill/>
          <a:ln w="19050">
            <a:noFill/>
            <a:prstDash val="sysDash"/>
            <a:miter lim="800000"/>
            <a:headEnd/>
            <a:tailEnd/>
          </a:ln>
          <a:effectLst/>
        </p:spPr>
        <p:txBody>
          <a:bodyPr vert="horz" wrap="square" lIns="91440" tIns="45720" rIns="91440" bIns="45720" numCol="1" anchor="t" anchorCtr="0" compatLnSpc="1">
            <a:prstTxWarp prst="textNoShape">
              <a:avLst/>
            </a:prstTxWarp>
          </a:bodyPr>
          <a:lstStyle>
            <a:lvl1pPr algn="ctr">
              <a:spcBef>
                <a:spcPct val="0"/>
              </a:spcBef>
              <a:buFontTx/>
              <a:buNone/>
              <a:defRPr sz="1200">
                <a:solidFill>
                  <a:srgbClr val="4E519E"/>
                </a:solidFill>
              </a:defRPr>
            </a:lvl1pPr>
          </a:lstStyle>
          <a:p>
            <a:pPr fontAlgn="base">
              <a:spcAft>
                <a:spcPct val="0"/>
              </a:spcAft>
              <a:defRPr/>
            </a:pPr>
            <a:fld id="{5E12E99D-42F8-4B90-BC1F-2FD222301686}" type="slidenum">
              <a:rPr lang="en-US" smtClean="0"/>
              <a:pPr fontAlgn="base">
                <a:spcAft>
                  <a:spcPct val="0"/>
                </a:spcAft>
                <a:defRPr/>
              </a:pPr>
              <a:t>‹#›</a:t>
            </a:fld>
            <a:endParaRPr lang="en-US" dirty="0"/>
          </a:p>
        </p:txBody>
      </p:sp>
      <p:grpSp>
        <p:nvGrpSpPr>
          <p:cNvPr id="4" name="Group 3"/>
          <p:cNvGrpSpPr/>
          <p:nvPr/>
        </p:nvGrpSpPr>
        <p:grpSpPr>
          <a:xfrm>
            <a:off x="-1" y="0"/>
            <a:ext cx="9144001" cy="6568831"/>
            <a:chOff x="-1" y="0"/>
            <a:chExt cx="9144001" cy="6568831"/>
          </a:xfrm>
        </p:grpSpPr>
        <p:pic>
          <p:nvPicPr>
            <p:cNvPr id="23555" name="Picture 3"/>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8915400" y="418246"/>
              <a:ext cx="228600" cy="606905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miter lim="800000"/>
                  <a:headEnd type="none" w="med" len="med"/>
                  <a:tailEnd type="none" w="med" len="med"/>
                </a14:hiddenLine>
              </a:ext>
            </a:extLst>
          </p:spPr>
        </p:pic>
        <p:grpSp>
          <p:nvGrpSpPr>
            <p:cNvPr id="3" name="Group 2"/>
            <p:cNvGrpSpPr/>
            <p:nvPr userDrawn="1"/>
          </p:nvGrpSpPr>
          <p:grpSpPr>
            <a:xfrm>
              <a:off x="-1" y="0"/>
              <a:ext cx="9108746" cy="6568831"/>
              <a:chOff x="-1" y="0"/>
              <a:chExt cx="9108746" cy="6568831"/>
            </a:xfrm>
          </p:grpSpPr>
          <p:pic>
            <p:nvPicPr>
              <p:cNvPr id="23556" name="Picture 4"/>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1" y="0"/>
                <a:ext cx="310551" cy="656883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miter lim="800000"/>
                    <a:headEnd type="none" w="med" len="med"/>
                    <a:tailEnd type="none" w="med" len="med"/>
                  </a14:hiddenLine>
                </a:ext>
              </a:extLst>
            </p:spPr>
          </p:pic>
          <p:pic>
            <p:nvPicPr>
              <p:cNvPr id="23557" name="Picture 5"/>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93785" y="6213232"/>
                <a:ext cx="9014960" cy="27893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miter lim="800000"/>
                    <a:headEnd type="none" w="med" len="med"/>
                    <a:tailEnd type="none" w="med" len="med"/>
                  </a14:hiddenLine>
                </a:ext>
              </a:extLst>
            </p:spPr>
          </p:pic>
        </p:grpSp>
        <p:pic>
          <p:nvPicPr>
            <p:cNvPr id="23554" name="Picture 2"/>
            <p:cNvPicPr>
              <a:picLocks noChangeAspect="1" noChangeArrowheads="1"/>
            </p:cNvPicPr>
            <p:nvPr userDrawn="1"/>
          </p:nvPicPr>
          <p:blipFill>
            <a:blip r:embed="rId6">
              <a:extLst>
                <a:ext uri="{28A0092B-C50C-407E-A947-70E740481C1C}">
                  <a14:useLocalDpi xmlns:a14="http://schemas.microsoft.com/office/drawing/2010/main" val="0"/>
                </a:ext>
              </a:extLst>
            </a:blip>
            <a:srcRect/>
            <a:stretch>
              <a:fillRect/>
            </a:stretch>
          </p:blipFill>
          <p:spPr bwMode="auto">
            <a:xfrm>
              <a:off x="209551" y="457975"/>
              <a:ext cx="8705849" cy="586064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miter lim="800000"/>
                  <a:headEnd type="none" w="med" len="med"/>
                  <a:tailEnd type="none" w="med" len="med"/>
                </a14:hiddenLine>
              </a:ext>
            </a:extLst>
          </p:spPr>
        </p:pic>
      </p:grpSp>
      <p:grpSp>
        <p:nvGrpSpPr>
          <p:cNvPr id="17" name="Group 16"/>
          <p:cNvGrpSpPr/>
          <p:nvPr/>
        </p:nvGrpSpPr>
        <p:grpSpPr>
          <a:xfrm>
            <a:off x="124529" y="47182"/>
            <a:ext cx="8918525" cy="6330053"/>
            <a:chOff x="124529" y="47182"/>
            <a:chExt cx="8918525" cy="6330053"/>
          </a:xfrm>
        </p:grpSpPr>
        <p:grpSp>
          <p:nvGrpSpPr>
            <p:cNvPr id="16" name="Group 15"/>
            <p:cNvGrpSpPr/>
            <p:nvPr userDrawn="1"/>
          </p:nvGrpSpPr>
          <p:grpSpPr>
            <a:xfrm>
              <a:off x="124529" y="47182"/>
              <a:ext cx="1704271" cy="583326"/>
              <a:chOff x="124529" y="47182"/>
              <a:chExt cx="1704271" cy="583326"/>
            </a:xfrm>
          </p:grpSpPr>
          <p:cxnSp>
            <p:nvCxnSpPr>
              <p:cNvPr id="7" name="Straight Connector 6"/>
              <p:cNvCxnSpPr/>
              <p:nvPr userDrawn="1"/>
            </p:nvCxnSpPr>
            <p:spPr bwMode="auto">
              <a:xfrm>
                <a:off x="124529" y="506037"/>
                <a:ext cx="1704271" cy="0"/>
              </a:xfrm>
              <a:prstGeom prst="line">
                <a:avLst/>
              </a:prstGeom>
              <a:noFill/>
              <a:ln w="28575" cap="flat" cmpd="sng" algn="ctr">
                <a:solidFill>
                  <a:srgbClr val="E71303"/>
                </a:solidFill>
                <a:prstDash val="solid"/>
                <a:round/>
                <a:headEnd type="none" w="med" len="med"/>
                <a:tailEnd type="none" w="med" len="med"/>
              </a:ln>
              <a:effectLst/>
            </p:spPr>
          </p:cxnSp>
          <p:cxnSp>
            <p:nvCxnSpPr>
              <p:cNvPr id="24" name="Straight Connector 23"/>
              <p:cNvCxnSpPr/>
              <p:nvPr userDrawn="1"/>
            </p:nvCxnSpPr>
            <p:spPr bwMode="auto">
              <a:xfrm flipV="1">
                <a:off x="236351" y="47182"/>
                <a:ext cx="0" cy="583326"/>
              </a:xfrm>
              <a:prstGeom prst="line">
                <a:avLst/>
              </a:prstGeom>
              <a:noFill/>
              <a:ln w="28575" cap="flat" cmpd="sng" algn="ctr">
                <a:solidFill>
                  <a:srgbClr val="E71303"/>
                </a:solidFill>
                <a:prstDash val="solid"/>
                <a:round/>
                <a:headEnd type="none" w="med" len="med"/>
                <a:tailEnd type="none" w="med" len="med"/>
              </a:ln>
              <a:effectLst/>
            </p:spPr>
          </p:cxnSp>
        </p:grpSp>
        <p:grpSp>
          <p:nvGrpSpPr>
            <p:cNvPr id="15" name="Group 14"/>
            <p:cNvGrpSpPr/>
            <p:nvPr userDrawn="1"/>
          </p:nvGrpSpPr>
          <p:grpSpPr>
            <a:xfrm>
              <a:off x="8210060" y="6013935"/>
              <a:ext cx="832994" cy="363300"/>
              <a:chOff x="8210060" y="6013935"/>
              <a:chExt cx="832994" cy="363300"/>
            </a:xfrm>
          </p:grpSpPr>
          <p:cxnSp>
            <p:nvCxnSpPr>
              <p:cNvPr id="22" name="Straight Connector 21"/>
              <p:cNvCxnSpPr/>
              <p:nvPr userDrawn="1"/>
            </p:nvCxnSpPr>
            <p:spPr bwMode="auto">
              <a:xfrm>
                <a:off x="8210060" y="6295173"/>
                <a:ext cx="832994" cy="1"/>
              </a:xfrm>
              <a:prstGeom prst="line">
                <a:avLst/>
              </a:prstGeom>
              <a:noFill/>
              <a:ln w="28575" cap="flat" cmpd="sng" algn="ctr">
                <a:solidFill>
                  <a:srgbClr val="E71303"/>
                </a:solidFill>
                <a:prstDash val="solid"/>
                <a:round/>
                <a:headEnd type="none" w="med" len="med"/>
                <a:tailEnd type="none" w="med" len="med"/>
              </a:ln>
              <a:effectLst/>
            </p:spPr>
          </p:cxnSp>
          <p:cxnSp>
            <p:nvCxnSpPr>
              <p:cNvPr id="27" name="Straight Connector 26"/>
              <p:cNvCxnSpPr/>
              <p:nvPr userDrawn="1"/>
            </p:nvCxnSpPr>
            <p:spPr bwMode="auto">
              <a:xfrm>
                <a:off x="8964900" y="6013935"/>
                <a:ext cx="0" cy="363300"/>
              </a:xfrm>
              <a:prstGeom prst="line">
                <a:avLst/>
              </a:prstGeom>
              <a:noFill/>
              <a:ln w="28575" cap="flat" cmpd="sng" algn="ctr">
                <a:solidFill>
                  <a:srgbClr val="E71303"/>
                </a:solidFill>
                <a:prstDash val="solid"/>
                <a:round/>
                <a:headEnd type="none" w="med" len="med"/>
                <a:tailEnd type="none" w="med" len="med"/>
              </a:ln>
              <a:effectLst/>
            </p:spPr>
          </p:cxnSp>
        </p:grpSp>
      </p:grpSp>
      <p:sp>
        <p:nvSpPr>
          <p:cNvPr id="5" name="Footer Placeholder 4"/>
          <p:cNvSpPr>
            <a:spLocks noGrp="1"/>
          </p:cNvSpPr>
          <p:nvPr>
            <p:ph type="ftr" sz="quarter" idx="3"/>
          </p:nvPr>
        </p:nvSpPr>
        <p:spPr>
          <a:xfrm>
            <a:off x="0" y="6352697"/>
            <a:ext cx="8763000" cy="505303"/>
          </a:xfrm>
          <a:prstGeom prst="rect">
            <a:avLst/>
          </a:prstGeom>
        </p:spPr>
        <p:txBody>
          <a:bodyPr vert="horz" lIns="91440" tIns="45720" rIns="91440" bIns="45720" rtlCol="0" anchor="ctr"/>
          <a:lstStyle>
            <a:lvl1pPr algn="l">
              <a:buFontTx/>
              <a:buNone/>
              <a:defRPr sz="900">
                <a:solidFill>
                  <a:schemeClr val="tx1"/>
                </a:solidFill>
                <a:cs typeface="Arial" pitchFamily="34" charset="0"/>
              </a:defRPr>
            </a:lvl1pPr>
          </a:lstStyle>
          <a:p>
            <a:pPr fontAlgn="base">
              <a:spcBef>
                <a:spcPct val="20000"/>
              </a:spcBef>
              <a:spcAft>
                <a:spcPct val="0"/>
              </a:spcAft>
              <a:defRPr/>
            </a:pPr>
            <a:r>
              <a:rPr lang="en-US" dirty="0">
                <a:solidFill>
                  <a:srgbClr val="000000"/>
                </a:solidFill>
              </a:rPr>
              <a:t>Mankiw, </a:t>
            </a:r>
            <a:r>
              <a:rPr lang="en-US" i="1" dirty="0">
                <a:solidFill>
                  <a:srgbClr val="000000"/>
                </a:solidFill>
              </a:rPr>
              <a:t>Principles of Economics</a:t>
            </a:r>
            <a:r>
              <a:rPr lang="en-US" dirty="0">
                <a:solidFill>
                  <a:srgbClr val="000000"/>
                </a:solidFill>
              </a:rPr>
              <a:t>, 11th Edition. © 2027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1738036896"/>
      </p:ext>
    </p:extLst>
  </p:cSld>
  <p:clrMap bg1="lt1" tx1="dk1" bg2="lt2" tx2="dk2" accent1="accent1" accent2="accent2" accent3="accent3" accent4="accent4" accent5="accent5" accent6="accent6" hlink="hlink" folHlink="folHlink"/>
  <p:sldLayoutIdLst>
    <p:sldLayoutId id="2147483669" r:id="rId1"/>
  </p:sldLayoutIdLst>
  <p:hf hdr="0" dt="0"/>
  <p:txStyles>
    <p:titleStyle>
      <a:lvl1pPr algn="ctr" rtl="0" eaLnBrk="0" fontAlgn="base" hangingPunct="0">
        <a:spcBef>
          <a:spcPct val="0"/>
        </a:spcBef>
        <a:spcAft>
          <a:spcPct val="0"/>
        </a:spcAft>
        <a:defRPr sz="3300">
          <a:solidFill>
            <a:srgbClr val="0D0D0D"/>
          </a:solidFill>
          <a:latin typeface="+mj-lt"/>
          <a:ea typeface="+mj-ea"/>
          <a:cs typeface="+mj-cs"/>
        </a:defRPr>
      </a:lvl1pPr>
      <a:lvl2pPr algn="ctr" rtl="0" eaLnBrk="0" fontAlgn="base" hangingPunct="0">
        <a:spcBef>
          <a:spcPct val="0"/>
        </a:spcBef>
        <a:spcAft>
          <a:spcPct val="0"/>
        </a:spcAft>
        <a:defRPr sz="3300">
          <a:solidFill>
            <a:srgbClr val="0D0D0D"/>
          </a:solidFill>
          <a:latin typeface="Arial" pitchFamily="34" charset="0"/>
        </a:defRPr>
      </a:lvl2pPr>
      <a:lvl3pPr algn="ctr" rtl="0" eaLnBrk="0" fontAlgn="base" hangingPunct="0">
        <a:spcBef>
          <a:spcPct val="0"/>
        </a:spcBef>
        <a:spcAft>
          <a:spcPct val="0"/>
        </a:spcAft>
        <a:defRPr sz="3300">
          <a:solidFill>
            <a:srgbClr val="0D0D0D"/>
          </a:solidFill>
          <a:latin typeface="Arial" pitchFamily="34" charset="0"/>
        </a:defRPr>
      </a:lvl3pPr>
      <a:lvl4pPr algn="ctr" rtl="0" eaLnBrk="0" fontAlgn="base" hangingPunct="0">
        <a:spcBef>
          <a:spcPct val="0"/>
        </a:spcBef>
        <a:spcAft>
          <a:spcPct val="0"/>
        </a:spcAft>
        <a:defRPr sz="3300">
          <a:solidFill>
            <a:srgbClr val="0D0D0D"/>
          </a:solidFill>
          <a:latin typeface="Arial" pitchFamily="34" charset="0"/>
        </a:defRPr>
      </a:lvl4pPr>
      <a:lvl5pPr algn="ctr" rtl="0" eaLnBrk="0" fontAlgn="base" hangingPunct="0">
        <a:spcBef>
          <a:spcPct val="0"/>
        </a:spcBef>
        <a:spcAft>
          <a:spcPct val="0"/>
        </a:spcAft>
        <a:defRPr sz="3300">
          <a:solidFill>
            <a:srgbClr val="0D0D0D"/>
          </a:solidFill>
          <a:latin typeface="Arial" pitchFamily="34" charset="0"/>
        </a:defRPr>
      </a:lvl5pPr>
      <a:lvl6pPr marL="457200" algn="l" rtl="0" fontAlgn="base">
        <a:spcBef>
          <a:spcPct val="0"/>
        </a:spcBef>
        <a:spcAft>
          <a:spcPct val="0"/>
        </a:spcAft>
        <a:defRPr sz="3400">
          <a:solidFill>
            <a:srgbClr val="660066"/>
          </a:solidFill>
          <a:latin typeface="Arial" pitchFamily="34" charset="0"/>
        </a:defRPr>
      </a:lvl6pPr>
      <a:lvl7pPr marL="914400" algn="l" rtl="0" fontAlgn="base">
        <a:spcBef>
          <a:spcPct val="0"/>
        </a:spcBef>
        <a:spcAft>
          <a:spcPct val="0"/>
        </a:spcAft>
        <a:defRPr sz="3400">
          <a:solidFill>
            <a:srgbClr val="660066"/>
          </a:solidFill>
          <a:latin typeface="Arial" pitchFamily="34" charset="0"/>
        </a:defRPr>
      </a:lvl7pPr>
      <a:lvl8pPr marL="1371600" algn="l" rtl="0" fontAlgn="base">
        <a:spcBef>
          <a:spcPct val="0"/>
        </a:spcBef>
        <a:spcAft>
          <a:spcPct val="0"/>
        </a:spcAft>
        <a:defRPr sz="3400">
          <a:solidFill>
            <a:srgbClr val="660066"/>
          </a:solidFill>
          <a:latin typeface="Arial" pitchFamily="34" charset="0"/>
        </a:defRPr>
      </a:lvl8pPr>
      <a:lvl9pPr marL="1828800" algn="l" rtl="0" fontAlgn="base">
        <a:spcBef>
          <a:spcPct val="0"/>
        </a:spcBef>
        <a:spcAft>
          <a:spcPct val="0"/>
        </a:spcAft>
        <a:defRPr sz="3400">
          <a:solidFill>
            <a:srgbClr val="660066"/>
          </a:solidFill>
          <a:latin typeface="Arial" pitchFamily="34" charset="0"/>
        </a:defRPr>
      </a:lvl9pPr>
    </p:titleStyle>
    <p:bodyStyle>
      <a:lvl1pPr marL="342900" indent="-342900" algn="l" rtl="0" eaLnBrk="0" fontAlgn="base" hangingPunct="0">
        <a:spcBef>
          <a:spcPct val="20000"/>
        </a:spcBef>
        <a:spcAft>
          <a:spcPct val="0"/>
        </a:spcAft>
        <a:defRPr>
          <a:solidFill>
            <a:schemeClr val="tx1"/>
          </a:solidFill>
          <a:latin typeface="+mn-lt"/>
          <a:ea typeface="+mn-ea"/>
          <a:cs typeface="+mn-cs"/>
        </a:defRPr>
      </a:lvl1pPr>
      <a:lvl2pPr marL="742950" indent="-285750" algn="l" rtl="0" eaLnBrk="0" fontAlgn="base" hangingPunct="0">
        <a:spcBef>
          <a:spcPct val="20000"/>
        </a:spcBef>
        <a:spcAft>
          <a:spcPct val="0"/>
        </a:spcAft>
        <a:defRPr>
          <a:solidFill>
            <a:schemeClr val="tx1"/>
          </a:solidFill>
          <a:latin typeface="+mn-lt"/>
        </a:defRPr>
      </a:lvl2pPr>
      <a:lvl3pPr marL="1143000" indent="-228600" algn="l" rtl="0" eaLnBrk="0" fontAlgn="base" hangingPunct="0">
        <a:spcBef>
          <a:spcPct val="20000"/>
        </a:spcBef>
        <a:spcAft>
          <a:spcPct val="0"/>
        </a:spcAft>
        <a:defRPr>
          <a:solidFill>
            <a:schemeClr val="tx1"/>
          </a:solidFill>
          <a:latin typeface="+mn-lt"/>
        </a:defRPr>
      </a:lvl3pPr>
      <a:lvl4pPr marL="1600200" indent="-228600" algn="l" rtl="0" eaLnBrk="0" fontAlgn="base" hangingPunct="0">
        <a:spcBef>
          <a:spcPct val="20000"/>
        </a:spcBef>
        <a:spcAft>
          <a:spcPct val="0"/>
        </a:spcAft>
        <a:defRPr>
          <a:solidFill>
            <a:schemeClr val="tx1"/>
          </a:solidFill>
          <a:latin typeface="+mn-lt"/>
        </a:defRPr>
      </a:lvl4pPr>
      <a:lvl5pPr marL="2057400" indent="-228600" algn="l" rtl="0" eaLnBrk="0" fontAlgn="base" hangingPunct="0">
        <a:spcBef>
          <a:spcPct val="20000"/>
        </a:spcBef>
        <a:spcAft>
          <a:spcPct val="0"/>
        </a:spcAft>
        <a:defRPr>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D3DD64D7-F2B7-32B6-DD31-16775D6B741E}"/>
              </a:ext>
            </a:extLst>
          </p:cNvPr>
          <p:cNvPicPr>
            <a:picLocks noChangeAspect="1"/>
          </p:cNvPicPr>
          <p:nvPr userDrawn="1"/>
        </p:nvPicPr>
        <p:blipFill>
          <a:blip r:embed="rId6"/>
          <a:stretch>
            <a:fillRect/>
          </a:stretch>
        </p:blipFill>
        <p:spPr>
          <a:xfrm>
            <a:off x="381000" y="6416113"/>
            <a:ext cx="8610600" cy="365687"/>
          </a:xfrm>
          <a:prstGeom prst="rect">
            <a:avLst/>
          </a:prstGeom>
        </p:spPr>
      </p:pic>
      <p:pic>
        <p:nvPicPr>
          <p:cNvPr id="4" name="Picture 3">
            <a:extLst>
              <a:ext uri="{FF2B5EF4-FFF2-40B4-BE49-F238E27FC236}">
                <a16:creationId xmlns:a16="http://schemas.microsoft.com/office/drawing/2014/main" id="{AD12F2CF-0513-CE9F-4FF4-0E2A64D5A205}"/>
              </a:ext>
            </a:extLst>
          </p:cNvPr>
          <p:cNvPicPr>
            <a:picLocks noChangeAspect="1"/>
          </p:cNvPicPr>
          <p:nvPr userDrawn="1"/>
        </p:nvPicPr>
        <p:blipFill>
          <a:blip r:embed="rId6"/>
          <a:stretch>
            <a:fillRect/>
          </a:stretch>
        </p:blipFill>
        <p:spPr>
          <a:xfrm>
            <a:off x="0" y="0"/>
            <a:ext cx="9139238" cy="836613"/>
          </a:xfrm>
          <a:prstGeom prst="rect">
            <a:avLst/>
          </a:prstGeom>
        </p:spPr>
      </p:pic>
      <p:pic>
        <p:nvPicPr>
          <p:cNvPr id="17" name="Picture 16">
            <a:extLst>
              <a:ext uri="{FF2B5EF4-FFF2-40B4-BE49-F238E27FC236}">
                <a16:creationId xmlns:a16="http://schemas.microsoft.com/office/drawing/2014/main" id="{4AD3E7FE-6E54-466F-EC88-F05CE3993E20}"/>
              </a:ext>
            </a:extLst>
          </p:cNvPr>
          <p:cNvPicPr>
            <a:picLocks noChangeAspect="1"/>
          </p:cNvPicPr>
          <p:nvPr userDrawn="1"/>
        </p:nvPicPr>
        <p:blipFill>
          <a:blip r:embed="rId7"/>
          <a:stretch>
            <a:fillRect/>
          </a:stretch>
        </p:blipFill>
        <p:spPr>
          <a:xfrm rot="5400000">
            <a:off x="8734673" y="6444442"/>
            <a:ext cx="365685" cy="309030"/>
          </a:xfrm>
          <a:prstGeom prst="rect">
            <a:avLst/>
          </a:prstGeom>
        </p:spPr>
      </p:pic>
      <p:sp>
        <p:nvSpPr>
          <p:cNvPr id="2053" name="Rectangle 3"/>
          <p:cNvSpPr>
            <a:spLocks noGrp="1" noChangeAspect="1" noChangeArrowheads="1"/>
          </p:cNvSpPr>
          <p:nvPr>
            <p:ph type="title"/>
          </p:nvPr>
        </p:nvSpPr>
        <p:spPr bwMode="auto">
          <a:xfrm>
            <a:off x="0" y="0"/>
            <a:ext cx="9144001" cy="836613"/>
          </a:xfrm>
          <a:prstGeom prst="rect">
            <a:avLst/>
          </a:prstGeom>
          <a:noFill/>
          <a:ln>
            <a:noFill/>
          </a:ln>
        </p:spPr>
        <p:txBody>
          <a:bodyPr vert="horz" wrap="none" lIns="91440" tIns="45720" rIns="91440" bIns="45720" numCol="1" anchor="ctr" anchorCtr="0" compatLnSpc="1">
            <a:prstTxWarp prst="textNoShape">
              <a:avLst/>
            </a:prstTxWarp>
          </a:bodyPr>
          <a:lstStyle/>
          <a:p>
            <a:pPr lvl="0"/>
            <a:r>
              <a:rPr lang="en-US" altLang="en-US" dirty="0"/>
              <a:t>Example or Active Learning</a:t>
            </a:r>
          </a:p>
        </p:txBody>
      </p:sp>
      <p:sp>
        <p:nvSpPr>
          <p:cNvPr id="37898" name="Rectangle 10"/>
          <p:cNvSpPr>
            <a:spLocks noGrp="1" noChangeArrowheads="1"/>
          </p:cNvSpPr>
          <p:nvPr>
            <p:ph type="sldNum" sz="quarter" idx="4"/>
          </p:nvPr>
        </p:nvSpPr>
        <p:spPr bwMode="auto">
          <a:xfrm>
            <a:off x="8618538" y="6470650"/>
            <a:ext cx="520700" cy="379413"/>
          </a:xfrm>
          <a:prstGeom prst="rect">
            <a:avLst/>
          </a:prstGeom>
          <a:noFill/>
          <a:ln w="19050">
            <a:noFill/>
            <a:prstDash val="sysDot"/>
            <a:bevel/>
            <a:headEnd/>
            <a:tailEnd/>
          </a:ln>
          <a:effectLst/>
        </p:spPr>
        <p:txBody>
          <a:bodyPr vert="horz" wrap="square" lIns="91440" tIns="45720" rIns="91440" bIns="45720" numCol="1" anchor="t" anchorCtr="0" compatLnSpc="1">
            <a:prstTxWarp prst="textNoShape">
              <a:avLst/>
            </a:prstTxWarp>
          </a:bodyPr>
          <a:lstStyle>
            <a:lvl1pPr algn="ctr">
              <a:spcBef>
                <a:spcPct val="0"/>
              </a:spcBef>
              <a:buFontTx/>
              <a:buNone/>
              <a:defRPr sz="1200">
                <a:solidFill>
                  <a:srgbClr val="4E519E"/>
                </a:solidFill>
              </a:defRPr>
            </a:lvl1pPr>
          </a:lstStyle>
          <a:p>
            <a:pPr fontAlgn="base">
              <a:spcAft>
                <a:spcPct val="0"/>
              </a:spcAft>
              <a:defRPr/>
            </a:pPr>
            <a:fld id="{2378B25E-053D-4AA2-A71D-1D9F2F8C0927}" type="slidenum">
              <a:rPr lang="en-US" smtClean="0"/>
              <a:pPr fontAlgn="base">
                <a:spcAft>
                  <a:spcPct val="0"/>
                </a:spcAft>
                <a:defRPr/>
              </a:pPr>
              <a:t>‹#›</a:t>
            </a:fld>
            <a:endParaRPr lang="en-US" dirty="0"/>
          </a:p>
        </p:txBody>
      </p:sp>
      <p:sp>
        <p:nvSpPr>
          <p:cNvPr id="5" name="Footer Placeholder 4"/>
          <p:cNvSpPr>
            <a:spLocks noGrp="1"/>
          </p:cNvSpPr>
          <p:nvPr>
            <p:ph type="ftr" sz="quarter" idx="3"/>
          </p:nvPr>
        </p:nvSpPr>
        <p:spPr>
          <a:xfrm>
            <a:off x="381000" y="6324601"/>
            <a:ext cx="8382000" cy="533400"/>
          </a:xfrm>
          <a:prstGeom prst="rect">
            <a:avLst/>
          </a:prstGeom>
          <a:noFill/>
        </p:spPr>
        <p:txBody>
          <a:bodyPr vert="horz" lIns="91440" tIns="45720" rIns="91440" bIns="45720" rtlCol="0" anchor="ctr"/>
          <a:lstStyle>
            <a:lvl1pPr algn="l">
              <a:buFontTx/>
              <a:buNone/>
              <a:defRPr sz="900">
                <a:solidFill>
                  <a:schemeClr val="tx1"/>
                </a:solidFill>
                <a:cs typeface="Arial" pitchFamily="34" charset="0"/>
              </a:defRPr>
            </a:lvl1pPr>
          </a:lstStyle>
          <a:p>
            <a:pPr fontAlgn="base">
              <a:spcBef>
                <a:spcPct val="20000"/>
              </a:spcBef>
              <a:spcAft>
                <a:spcPct val="0"/>
              </a:spcAft>
              <a:defRPr/>
            </a:pPr>
            <a:r>
              <a:rPr lang="en-US" dirty="0">
                <a:solidFill>
                  <a:srgbClr val="000000"/>
                </a:solidFill>
              </a:rPr>
              <a:t>Mankiw, </a:t>
            </a:r>
            <a:r>
              <a:rPr lang="en-US" i="1" dirty="0">
                <a:solidFill>
                  <a:srgbClr val="000000"/>
                </a:solidFill>
              </a:rPr>
              <a:t>Principles of Economics</a:t>
            </a:r>
            <a:r>
              <a:rPr lang="en-US" dirty="0">
                <a:solidFill>
                  <a:srgbClr val="000000"/>
                </a:solidFill>
              </a:rPr>
              <a:t>, 11th Edition. © 2027 Cengage. All Rights Reserved. May not be scanned, copied or duplicated, or posted to a publicly accessible website, in whole or in part.</a:t>
            </a:r>
          </a:p>
        </p:txBody>
      </p:sp>
      <p:sp>
        <p:nvSpPr>
          <p:cNvPr id="2" name="Text Placeholder 1"/>
          <p:cNvSpPr>
            <a:spLocks noGrp="1"/>
          </p:cNvSpPr>
          <p:nvPr>
            <p:ph type="body" idx="1"/>
          </p:nvPr>
        </p:nvSpPr>
        <p:spPr>
          <a:xfrm>
            <a:off x="457200" y="838200"/>
            <a:ext cx="8229600" cy="528796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grpSp>
        <p:nvGrpSpPr>
          <p:cNvPr id="18" name="Group 17">
            <a:extLst>
              <a:ext uri="{FF2B5EF4-FFF2-40B4-BE49-F238E27FC236}">
                <a16:creationId xmlns:a16="http://schemas.microsoft.com/office/drawing/2014/main" id="{C58E302B-FABF-FA0C-348A-455077386DAF}"/>
              </a:ext>
            </a:extLst>
          </p:cNvPr>
          <p:cNvGrpSpPr/>
          <p:nvPr userDrawn="1"/>
        </p:nvGrpSpPr>
        <p:grpSpPr>
          <a:xfrm rot="10800000">
            <a:off x="76200" y="709251"/>
            <a:ext cx="8915400" cy="205149"/>
            <a:chOff x="173212" y="914401"/>
            <a:chExt cx="8751395" cy="205149"/>
          </a:xfrm>
        </p:grpSpPr>
        <p:grpSp>
          <p:nvGrpSpPr>
            <p:cNvPr id="19" name="Group 18">
              <a:extLst>
                <a:ext uri="{FF2B5EF4-FFF2-40B4-BE49-F238E27FC236}">
                  <a16:creationId xmlns:a16="http://schemas.microsoft.com/office/drawing/2014/main" id="{7B83ED49-5D52-1702-CFDA-08FF8A8D1285}"/>
                </a:ext>
              </a:extLst>
            </p:cNvPr>
            <p:cNvGrpSpPr/>
            <p:nvPr userDrawn="1"/>
          </p:nvGrpSpPr>
          <p:grpSpPr>
            <a:xfrm>
              <a:off x="182419" y="972231"/>
              <a:ext cx="8742188" cy="147319"/>
              <a:chOff x="182419" y="972231"/>
              <a:chExt cx="8742188" cy="147319"/>
            </a:xfrm>
          </p:grpSpPr>
          <p:pic>
            <p:nvPicPr>
              <p:cNvPr id="23" name="Picture 22">
                <a:extLst>
                  <a:ext uri="{FF2B5EF4-FFF2-40B4-BE49-F238E27FC236}">
                    <a16:creationId xmlns:a16="http://schemas.microsoft.com/office/drawing/2014/main" id="{EB7CBBFE-1FD8-6695-0855-7E26EDBDF26D}"/>
                  </a:ext>
                </a:extLst>
              </p:cNvPr>
              <p:cNvPicPr>
                <a:picLocks noChangeAspect="1"/>
              </p:cNvPicPr>
              <p:nvPr userDrawn="1"/>
            </p:nvPicPr>
            <p:blipFill>
              <a:blip r:embed="rId8"/>
              <a:stretch>
                <a:fillRect/>
              </a:stretch>
            </p:blipFill>
            <p:spPr>
              <a:xfrm>
                <a:off x="182419" y="999349"/>
                <a:ext cx="8709024" cy="78106"/>
              </a:xfrm>
              <a:prstGeom prst="rect">
                <a:avLst/>
              </a:prstGeom>
            </p:spPr>
          </p:pic>
          <p:pic>
            <p:nvPicPr>
              <p:cNvPr id="24" name="Picture 23">
                <a:extLst>
                  <a:ext uri="{FF2B5EF4-FFF2-40B4-BE49-F238E27FC236}">
                    <a16:creationId xmlns:a16="http://schemas.microsoft.com/office/drawing/2014/main" id="{7BF9B322-2E99-9E6E-6BA5-3ABDEE517647}"/>
                  </a:ext>
                </a:extLst>
              </p:cNvPr>
              <p:cNvPicPr>
                <a:picLocks noChangeAspect="1"/>
              </p:cNvPicPr>
              <p:nvPr userDrawn="1"/>
            </p:nvPicPr>
            <p:blipFill>
              <a:blip r:embed="rId9"/>
              <a:stretch>
                <a:fillRect/>
              </a:stretch>
            </p:blipFill>
            <p:spPr>
              <a:xfrm>
                <a:off x="8878888" y="972231"/>
                <a:ext cx="45719" cy="147319"/>
              </a:xfrm>
              <a:prstGeom prst="rect">
                <a:avLst/>
              </a:prstGeom>
            </p:spPr>
          </p:pic>
        </p:grpSp>
        <p:grpSp>
          <p:nvGrpSpPr>
            <p:cNvPr id="20" name="Group 19">
              <a:extLst>
                <a:ext uri="{FF2B5EF4-FFF2-40B4-BE49-F238E27FC236}">
                  <a16:creationId xmlns:a16="http://schemas.microsoft.com/office/drawing/2014/main" id="{FC4DFDE6-0794-A6B7-7778-C4D905B9B37F}"/>
                </a:ext>
              </a:extLst>
            </p:cNvPr>
            <p:cNvGrpSpPr/>
            <p:nvPr userDrawn="1"/>
          </p:nvGrpSpPr>
          <p:grpSpPr>
            <a:xfrm rot="10800000">
              <a:off x="173212" y="914401"/>
              <a:ext cx="8742188" cy="147319"/>
              <a:chOff x="182419" y="972231"/>
              <a:chExt cx="8742188" cy="147319"/>
            </a:xfrm>
          </p:grpSpPr>
          <p:pic>
            <p:nvPicPr>
              <p:cNvPr id="21" name="Picture 20">
                <a:extLst>
                  <a:ext uri="{FF2B5EF4-FFF2-40B4-BE49-F238E27FC236}">
                    <a16:creationId xmlns:a16="http://schemas.microsoft.com/office/drawing/2014/main" id="{A0614DD3-6B35-A130-B108-3B73E013D137}"/>
                  </a:ext>
                </a:extLst>
              </p:cNvPr>
              <p:cNvPicPr>
                <a:picLocks noChangeAspect="1"/>
              </p:cNvPicPr>
              <p:nvPr userDrawn="1"/>
            </p:nvPicPr>
            <p:blipFill>
              <a:blip r:embed="rId8"/>
              <a:stretch>
                <a:fillRect/>
              </a:stretch>
            </p:blipFill>
            <p:spPr>
              <a:xfrm>
                <a:off x="182419" y="999349"/>
                <a:ext cx="8709024" cy="78106"/>
              </a:xfrm>
              <a:prstGeom prst="rect">
                <a:avLst/>
              </a:prstGeom>
            </p:spPr>
          </p:pic>
          <p:pic>
            <p:nvPicPr>
              <p:cNvPr id="22" name="Picture 21">
                <a:extLst>
                  <a:ext uri="{FF2B5EF4-FFF2-40B4-BE49-F238E27FC236}">
                    <a16:creationId xmlns:a16="http://schemas.microsoft.com/office/drawing/2014/main" id="{DBDB4FDD-2418-CF5A-0520-EF73D15AA112}"/>
                  </a:ext>
                </a:extLst>
              </p:cNvPr>
              <p:cNvPicPr>
                <a:picLocks noChangeAspect="1"/>
              </p:cNvPicPr>
              <p:nvPr userDrawn="1"/>
            </p:nvPicPr>
            <p:blipFill>
              <a:blip r:embed="rId9"/>
              <a:stretch>
                <a:fillRect/>
              </a:stretch>
            </p:blipFill>
            <p:spPr>
              <a:xfrm>
                <a:off x="8878888" y="972231"/>
                <a:ext cx="45719" cy="147319"/>
              </a:xfrm>
              <a:prstGeom prst="rect">
                <a:avLst/>
              </a:prstGeom>
            </p:spPr>
          </p:pic>
        </p:grpSp>
      </p:grpSp>
    </p:spTree>
    <p:extLst>
      <p:ext uri="{BB962C8B-B14F-4D97-AF65-F5344CB8AC3E}">
        <p14:creationId xmlns:p14="http://schemas.microsoft.com/office/powerpoint/2010/main" val="4257325678"/>
      </p:ext>
    </p:extLst>
  </p:cSld>
  <p:clrMap bg1="lt1" tx1="dk1" bg2="lt2" tx2="dk2" accent1="accent1" accent2="accent2" accent3="accent3" accent4="accent4" accent5="accent5" accent6="accent6" hlink="hlink" folHlink="folHlink"/>
  <p:sldLayoutIdLst>
    <p:sldLayoutId id="2147483679" r:id="rId1"/>
    <p:sldLayoutId id="2147483686" r:id="rId2"/>
    <p:sldLayoutId id="2147483688" r:id="rId3"/>
    <p:sldLayoutId id="2147483690" r:id="rId4"/>
  </p:sldLayoutIdLst>
  <p:transition/>
  <p:hf hdr="0" dt="0"/>
  <p:txStyles>
    <p:titleStyle>
      <a:lvl1pPr algn="l" rtl="0" eaLnBrk="0" fontAlgn="base" hangingPunct="0">
        <a:spcBef>
          <a:spcPct val="0"/>
        </a:spcBef>
        <a:spcAft>
          <a:spcPct val="0"/>
        </a:spcAft>
        <a:defRPr sz="4000">
          <a:solidFill>
            <a:srgbClr val="AE1221"/>
          </a:solidFill>
          <a:latin typeface="+mj-lt"/>
          <a:ea typeface="+mj-ea"/>
          <a:cs typeface="+mj-cs"/>
        </a:defRPr>
      </a:lvl1pPr>
      <a:lvl2pPr algn="ctr" rtl="0" eaLnBrk="0" fontAlgn="base" hangingPunct="0">
        <a:spcBef>
          <a:spcPct val="0"/>
        </a:spcBef>
        <a:spcAft>
          <a:spcPct val="0"/>
        </a:spcAft>
        <a:defRPr sz="4000">
          <a:solidFill>
            <a:srgbClr val="AE1221"/>
          </a:solidFill>
          <a:latin typeface="Arial" pitchFamily="34" charset="0"/>
        </a:defRPr>
      </a:lvl2pPr>
      <a:lvl3pPr algn="ctr" rtl="0" eaLnBrk="0" fontAlgn="base" hangingPunct="0">
        <a:spcBef>
          <a:spcPct val="0"/>
        </a:spcBef>
        <a:spcAft>
          <a:spcPct val="0"/>
        </a:spcAft>
        <a:defRPr sz="4000">
          <a:solidFill>
            <a:srgbClr val="AE1221"/>
          </a:solidFill>
          <a:latin typeface="Arial" pitchFamily="34" charset="0"/>
        </a:defRPr>
      </a:lvl3pPr>
      <a:lvl4pPr algn="ctr" rtl="0" eaLnBrk="0" fontAlgn="base" hangingPunct="0">
        <a:spcBef>
          <a:spcPct val="0"/>
        </a:spcBef>
        <a:spcAft>
          <a:spcPct val="0"/>
        </a:spcAft>
        <a:defRPr sz="4000">
          <a:solidFill>
            <a:srgbClr val="AE1221"/>
          </a:solidFill>
          <a:latin typeface="Arial" pitchFamily="34" charset="0"/>
        </a:defRPr>
      </a:lvl4pPr>
      <a:lvl5pPr algn="ctr" rtl="0" eaLnBrk="0" fontAlgn="base" hangingPunct="0">
        <a:spcBef>
          <a:spcPct val="0"/>
        </a:spcBef>
        <a:spcAft>
          <a:spcPct val="0"/>
        </a:spcAft>
        <a:defRPr sz="4000">
          <a:solidFill>
            <a:srgbClr val="AE1221"/>
          </a:solidFill>
          <a:latin typeface="Arial" pitchFamily="34" charset="0"/>
        </a:defRPr>
      </a:lvl5pPr>
      <a:lvl6pPr marL="457200" algn="ctr" rtl="0" fontAlgn="base">
        <a:spcBef>
          <a:spcPct val="0"/>
        </a:spcBef>
        <a:spcAft>
          <a:spcPct val="0"/>
        </a:spcAft>
        <a:defRPr sz="4000">
          <a:solidFill>
            <a:schemeClr val="accent2"/>
          </a:solidFill>
          <a:latin typeface="Arial" pitchFamily="34" charset="0"/>
        </a:defRPr>
      </a:lvl6pPr>
      <a:lvl7pPr marL="914400" algn="ctr" rtl="0" fontAlgn="base">
        <a:spcBef>
          <a:spcPct val="0"/>
        </a:spcBef>
        <a:spcAft>
          <a:spcPct val="0"/>
        </a:spcAft>
        <a:defRPr sz="4000">
          <a:solidFill>
            <a:schemeClr val="accent2"/>
          </a:solidFill>
          <a:latin typeface="Arial" pitchFamily="34" charset="0"/>
        </a:defRPr>
      </a:lvl7pPr>
      <a:lvl8pPr marL="1371600" algn="ctr" rtl="0" fontAlgn="base">
        <a:spcBef>
          <a:spcPct val="0"/>
        </a:spcBef>
        <a:spcAft>
          <a:spcPct val="0"/>
        </a:spcAft>
        <a:defRPr sz="4000">
          <a:solidFill>
            <a:schemeClr val="accent2"/>
          </a:solidFill>
          <a:latin typeface="Arial" pitchFamily="34" charset="0"/>
        </a:defRPr>
      </a:lvl8pPr>
      <a:lvl9pPr marL="1828800" algn="ctr" rtl="0" fontAlgn="base">
        <a:spcBef>
          <a:spcPct val="0"/>
        </a:spcBef>
        <a:spcAft>
          <a:spcPct val="0"/>
        </a:spcAft>
        <a:defRPr sz="4000">
          <a:solidFill>
            <a:schemeClr val="accent2"/>
          </a:solidFill>
          <a:latin typeface="Arial" pitchFamily="34" charset="0"/>
        </a:defRPr>
      </a:lvl9pPr>
    </p:titleStyle>
    <p:bodyStyle>
      <a:lvl1pPr marL="342900" indent="-342900" algn="l" rtl="0" eaLnBrk="0" fontAlgn="base" hangingPunct="0">
        <a:spcBef>
          <a:spcPct val="20000"/>
        </a:spcBef>
        <a:spcAft>
          <a:spcPct val="0"/>
        </a:spcAft>
        <a:buChar char="•"/>
        <a:defRPr sz="3400">
          <a:solidFill>
            <a:srgbClr val="4E519E"/>
          </a:solidFill>
          <a:latin typeface="+mn-lt"/>
          <a:ea typeface="+mn-ea"/>
          <a:cs typeface="+mn-cs"/>
        </a:defRPr>
      </a:lvl1pPr>
      <a:lvl2pPr marL="742950" indent="-285750" algn="l" rtl="0" eaLnBrk="0" fontAlgn="base" hangingPunct="0">
        <a:spcBef>
          <a:spcPct val="20000"/>
        </a:spcBef>
        <a:spcAft>
          <a:spcPct val="0"/>
        </a:spcAft>
        <a:buFont typeface="Arial" pitchFamily="34" charset="0"/>
        <a:buChar char="–"/>
        <a:defRPr sz="3200">
          <a:solidFill>
            <a:schemeClr val="tx1"/>
          </a:solidFill>
          <a:latin typeface="+mn-lt"/>
        </a:defRPr>
      </a:lvl2pPr>
      <a:lvl3pPr marL="1143000" indent="-228600" algn="l" rtl="0" eaLnBrk="0" fontAlgn="base" hangingPunct="0">
        <a:spcBef>
          <a:spcPct val="20000"/>
        </a:spcBef>
        <a:spcAft>
          <a:spcPct val="0"/>
        </a:spcAft>
        <a:buSzPct val="90000"/>
        <a:buChar char="•"/>
        <a:defRPr sz="2800">
          <a:solidFill>
            <a:schemeClr val="tx1"/>
          </a:solidFill>
          <a:latin typeface="+mn-lt"/>
        </a:defRPr>
      </a:lvl3pPr>
      <a:lvl4pPr marL="1600200" indent="-228600" algn="l" rtl="0" eaLnBrk="0" fontAlgn="base" hangingPunct="0">
        <a:spcBef>
          <a:spcPct val="20000"/>
        </a:spcBef>
        <a:spcAft>
          <a:spcPct val="0"/>
        </a:spcAft>
        <a:buChar char="–"/>
        <a:defRPr sz="24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651966" y="6400800"/>
            <a:ext cx="492034"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122" name="Rectangle 2"/>
          <p:cNvSpPr>
            <a:spLocks noGrp="1" noChangeAspect="1" noChangeArrowheads="1"/>
          </p:cNvSpPr>
          <p:nvPr>
            <p:ph type="title"/>
          </p:nvPr>
        </p:nvSpPr>
        <p:spPr bwMode="auto">
          <a:xfrm>
            <a:off x="506413" y="0"/>
            <a:ext cx="8450262" cy="587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Master case-study #2</a:t>
            </a:r>
          </a:p>
        </p:txBody>
      </p:sp>
      <p:sp>
        <p:nvSpPr>
          <p:cNvPr id="6150" name="Rectangle 3"/>
          <p:cNvSpPr>
            <a:spLocks noGrp="1" noChangeAspect="1" noChangeArrowheads="1"/>
          </p:cNvSpPr>
          <p:nvPr>
            <p:ph type="body" idx="1"/>
          </p:nvPr>
        </p:nvSpPr>
        <p:spPr bwMode="auto">
          <a:xfrm>
            <a:off x="457200" y="700088"/>
            <a:ext cx="8458200" cy="5624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dirty="0"/>
              <a:t>Click to edit Master text styles</a:t>
            </a:r>
          </a:p>
          <a:p>
            <a:pPr lvl="1"/>
            <a:r>
              <a:rPr lang="en-US" altLang="en-US" dirty="0"/>
              <a:t>Second level</a:t>
            </a:r>
          </a:p>
          <a:p>
            <a:pPr lvl="2"/>
            <a:r>
              <a:rPr lang="en-US" altLang="en-US" dirty="0"/>
              <a:t>Third level</a:t>
            </a:r>
          </a:p>
          <a:p>
            <a:pPr lvl="3"/>
            <a:r>
              <a:rPr lang="en-US" altLang="en-US" dirty="0"/>
              <a:t>Fourth level</a:t>
            </a:r>
          </a:p>
          <a:p>
            <a:pPr lvl="4"/>
            <a:r>
              <a:rPr lang="en-US" altLang="en-US" dirty="0"/>
              <a:t>Fifth level  - </a:t>
            </a:r>
            <a:r>
              <a:rPr lang="en-US" altLang="en-US" dirty="0" err="1"/>
              <a:t>colorat</a:t>
            </a:r>
            <a:r>
              <a:rPr lang="en-US" altLang="en-US" dirty="0"/>
              <a:t> </a:t>
            </a:r>
            <a:r>
              <a:rPr lang="en-US" altLang="en-US" dirty="0" err="1"/>
              <a:t>diferit</a:t>
            </a:r>
            <a:endParaRPr lang="en-US" altLang="en-US" dirty="0"/>
          </a:p>
        </p:txBody>
      </p:sp>
      <p:sp>
        <p:nvSpPr>
          <p:cNvPr id="216071" name="Rectangle 7"/>
          <p:cNvSpPr>
            <a:spLocks noGrp="1" noChangeArrowheads="1"/>
          </p:cNvSpPr>
          <p:nvPr>
            <p:ph type="sldNum" sz="quarter" idx="4"/>
          </p:nvPr>
        </p:nvSpPr>
        <p:spPr bwMode="auto">
          <a:xfrm>
            <a:off x="8628063" y="6467475"/>
            <a:ext cx="515937" cy="39052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spcBef>
                <a:spcPct val="0"/>
              </a:spcBef>
              <a:buFontTx/>
              <a:buNone/>
              <a:defRPr sz="1200">
                <a:solidFill>
                  <a:schemeClr val="bg1"/>
                </a:solidFill>
              </a:defRPr>
            </a:lvl1pPr>
          </a:lstStyle>
          <a:p>
            <a:pPr fontAlgn="base">
              <a:spcAft>
                <a:spcPct val="0"/>
              </a:spcAft>
              <a:defRPr/>
            </a:pPr>
            <a:fld id="{CFA536BC-3ED5-4293-8323-16A4258B4A0B}" type="slidenum">
              <a:rPr lang="en-US" smtClean="0"/>
              <a:pPr fontAlgn="base">
                <a:spcAft>
                  <a:spcPct val="0"/>
                </a:spcAft>
                <a:defRPr/>
              </a:pPr>
              <a:t>‹#›</a:t>
            </a:fld>
            <a:endParaRPr lang="en-US" dirty="0"/>
          </a:p>
        </p:txBody>
      </p:sp>
      <p:pic>
        <p:nvPicPr>
          <p:cNvPr id="5126" name="Picture 1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75" y="-9525"/>
            <a:ext cx="795338" cy="762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Lst>
        </p:spPr>
      </p:pic>
      <p:sp>
        <p:nvSpPr>
          <p:cNvPr id="9" name="Footer Placeholder 4"/>
          <p:cNvSpPr txBox="1">
            <a:spLocks/>
          </p:cNvSpPr>
          <p:nvPr userDrawn="1"/>
        </p:nvSpPr>
        <p:spPr>
          <a:xfrm>
            <a:off x="0" y="6324601"/>
            <a:ext cx="8763000" cy="533400"/>
          </a:xfrm>
          <a:prstGeom prst="rect">
            <a:avLst/>
          </a:prstGeom>
          <a:noFill/>
        </p:spPr>
        <p:txBody>
          <a:bodyPr vert="horz" lIns="91440" tIns="45720" rIns="91440" bIns="45720" rtlCol="0" anchor="ctr"/>
          <a:lstStyle>
            <a:defPPr>
              <a:defRPr lang="en-US"/>
            </a:defPPr>
            <a:lvl1pPr marL="0" algn="l" defTabSz="914400" rtl="0" eaLnBrk="1" latinLnBrk="0" hangingPunct="1">
              <a:buFontTx/>
              <a:buNone/>
              <a:defRPr sz="900" kern="1200">
                <a:solidFill>
                  <a:schemeClr val="tx1"/>
                </a:solidFill>
                <a:latin typeface="+mn-lt"/>
                <a:ea typeface="+mn-ea"/>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base">
              <a:spcAft>
                <a:spcPct val="0"/>
              </a:spcAft>
              <a:defRPr/>
            </a:pPr>
            <a:r>
              <a:rPr lang="en-US" dirty="0"/>
              <a:t>Mankiw, </a:t>
            </a:r>
            <a:r>
              <a:rPr lang="en-US" i="1" dirty="0"/>
              <a:t>Principles of Economics</a:t>
            </a:r>
            <a:r>
              <a:rPr lang="en-US" dirty="0"/>
              <a:t>, 11th Edition. © 2027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1007448745"/>
      </p:ext>
    </p:extLst>
  </p:cSld>
  <p:clrMap bg1="lt1" tx1="dk1" bg2="lt2" tx2="dk2" accent1="accent1" accent2="accent2" accent3="accent3" accent4="accent4" accent5="accent5" accent6="accent6" hlink="hlink" folHlink="folHlink"/>
  <p:sldLayoutIdLst>
    <p:sldLayoutId id="2147483671" r:id="rId1"/>
  </p:sldLayoutIdLs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6150">
                                            <p:txEl>
                                              <p:pRg st="0" end="0"/>
                                            </p:txEl>
                                          </p:spTgt>
                                        </p:tgtEl>
                                        <p:attrNameLst>
                                          <p:attrName>style.visibility</p:attrName>
                                        </p:attrNameLst>
                                      </p:cBhvr>
                                      <p:to>
                                        <p:strVal val="visible"/>
                                      </p:to>
                                    </p:set>
                                    <p:animEffect transition="in" filter="wipe(left)">
                                      <p:cBhvr>
                                        <p:cTn id="7" dur="500"/>
                                        <p:tgtEl>
                                          <p:spTgt spid="6150">
                                            <p:txEl>
                                              <p:pRg st="0" end="0"/>
                                            </p:txEl>
                                          </p:spTgt>
                                        </p:tgtEl>
                                      </p:cBhvr>
                                    </p:animEffect>
                                  </p:childTnLst>
                                </p:cTn>
                              </p:par>
                            </p:childTnLst>
                          </p:cTn>
                        </p:par>
                        <p:par>
                          <p:cTn id="8" fill="hold" nodeType="afterGroup">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6150">
                                            <p:txEl>
                                              <p:pRg st="1" end="1"/>
                                            </p:txEl>
                                          </p:spTgt>
                                        </p:tgtEl>
                                        <p:attrNameLst>
                                          <p:attrName>style.visibility</p:attrName>
                                        </p:attrNameLst>
                                      </p:cBhvr>
                                      <p:to>
                                        <p:strVal val="visible"/>
                                      </p:to>
                                    </p:set>
                                    <p:animEffect transition="in" filter="wipe(left)">
                                      <p:cBhvr>
                                        <p:cTn id="11" dur="500"/>
                                        <p:tgtEl>
                                          <p:spTgt spid="6150">
                                            <p:txEl>
                                              <p:pRg st="1" end="1"/>
                                            </p:txEl>
                                          </p:spTgt>
                                        </p:tgtEl>
                                      </p:cBhvr>
                                    </p:animEffect>
                                  </p:childTnLst>
                                </p:cTn>
                              </p:par>
                            </p:childTnLst>
                          </p:cTn>
                        </p:par>
                        <p:par>
                          <p:cTn id="12" fill="hold" nodeType="afterGroup">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6150">
                                            <p:txEl>
                                              <p:pRg st="2" end="2"/>
                                            </p:txEl>
                                          </p:spTgt>
                                        </p:tgtEl>
                                        <p:attrNameLst>
                                          <p:attrName>style.visibility</p:attrName>
                                        </p:attrNameLst>
                                      </p:cBhvr>
                                      <p:to>
                                        <p:strVal val="visible"/>
                                      </p:to>
                                    </p:set>
                                    <p:animEffect transition="in" filter="wipe(left)">
                                      <p:cBhvr>
                                        <p:cTn id="15" dur="500"/>
                                        <p:tgtEl>
                                          <p:spTgt spid="6150">
                                            <p:txEl>
                                              <p:pRg st="2" end="2"/>
                                            </p:txEl>
                                          </p:spTgt>
                                        </p:tgtEl>
                                      </p:cBhvr>
                                    </p:animEffect>
                                  </p:childTnLst>
                                </p:cTn>
                              </p:par>
                            </p:childTnLst>
                          </p:cTn>
                        </p:par>
                        <p:par>
                          <p:cTn id="16" fill="hold" nodeType="afterGroup">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6150">
                                            <p:txEl>
                                              <p:pRg st="3" end="3"/>
                                            </p:txEl>
                                          </p:spTgt>
                                        </p:tgtEl>
                                        <p:attrNameLst>
                                          <p:attrName>style.visibility</p:attrName>
                                        </p:attrNameLst>
                                      </p:cBhvr>
                                      <p:to>
                                        <p:strVal val="visible"/>
                                      </p:to>
                                    </p:set>
                                    <p:animEffect transition="in" filter="wipe(left)">
                                      <p:cBhvr>
                                        <p:cTn id="19" dur="500"/>
                                        <p:tgtEl>
                                          <p:spTgt spid="6150">
                                            <p:txEl>
                                              <p:pRg st="3" end="3"/>
                                            </p:txEl>
                                          </p:spTgt>
                                        </p:tgtEl>
                                      </p:cBhvr>
                                    </p:animEffect>
                                  </p:childTnLst>
                                </p:cTn>
                              </p:par>
                            </p:childTnLst>
                          </p:cTn>
                        </p:par>
                        <p:par>
                          <p:cTn id="20" fill="hold" nodeType="afterGroup">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6150">
                                            <p:txEl>
                                              <p:pRg st="4" end="4"/>
                                            </p:txEl>
                                          </p:spTgt>
                                        </p:tgtEl>
                                        <p:attrNameLst>
                                          <p:attrName>style.visibility</p:attrName>
                                        </p:attrNameLst>
                                      </p:cBhvr>
                                      <p:to>
                                        <p:strVal val="visible"/>
                                      </p:to>
                                    </p:set>
                                    <p:animEffect transition="in" filter="wipe(left)">
                                      <p:cBhvr>
                                        <p:cTn id="23" dur="500"/>
                                        <p:tgtEl>
                                          <p:spTgt spid="6150">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50" grpId="0" build="p">
        <p:tmplLst>
          <p:tmpl lvl="1">
            <p:tnLst>
              <p:par>
                <p:cTn presetID="22" presetClass="entr" presetSubtype="8" fill="hold" nodeType="afterEffect">
                  <p:stCondLst>
                    <p:cond delay="0"/>
                  </p:stCondLst>
                  <p:childTnLst>
                    <p:set>
                      <p:cBhvr>
                        <p:cTn dur="1" fill="hold">
                          <p:stCondLst>
                            <p:cond delay="0"/>
                          </p:stCondLst>
                        </p:cTn>
                        <p:tgtEl>
                          <p:spTgt spid="6150"/>
                        </p:tgtEl>
                        <p:attrNameLst>
                          <p:attrName>style.visibility</p:attrName>
                        </p:attrNameLst>
                      </p:cBhvr>
                      <p:to>
                        <p:strVal val="visible"/>
                      </p:to>
                    </p:set>
                    <p:animEffect transition="in" filter="wipe(left)">
                      <p:cBhvr>
                        <p:cTn dur="500"/>
                        <p:tgtEl>
                          <p:spTgt spid="6150"/>
                        </p:tgtEl>
                      </p:cBhvr>
                    </p:animEffect>
                  </p:childTnLst>
                </p:cTn>
              </p:par>
            </p:tnLst>
          </p:tmpl>
          <p:tmpl lvl="2">
            <p:tnLst>
              <p:par>
                <p:cTn presetID="22" presetClass="entr" presetSubtype="8" fill="hold" nodeType="afterEffect">
                  <p:stCondLst>
                    <p:cond delay="0"/>
                  </p:stCondLst>
                  <p:childTnLst>
                    <p:set>
                      <p:cBhvr>
                        <p:cTn dur="1" fill="hold">
                          <p:stCondLst>
                            <p:cond delay="0"/>
                          </p:stCondLst>
                        </p:cTn>
                        <p:tgtEl>
                          <p:spTgt spid="6150"/>
                        </p:tgtEl>
                        <p:attrNameLst>
                          <p:attrName>style.visibility</p:attrName>
                        </p:attrNameLst>
                      </p:cBhvr>
                      <p:to>
                        <p:strVal val="visible"/>
                      </p:to>
                    </p:set>
                    <p:animEffect transition="in" filter="wipe(left)">
                      <p:cBhvr>
                        <p:cTn dur="500"/>
                        <p:tgtEl>
                          <p:spTgt spid="6150"/>
                        </p:tgtEl>
                      </p:cBhvr>
                    </p:animEffect>
                  </p:childTnLst>
                </p:cTn>
              </p:par>
            </p:tnLst>
          </p:tmpl>
          <p:tmpl lvl="3">
            <p:tnLst>
              <p:par>
                <p:cTn presetID="22" presetClass="entr" presetSubtype="8" fill="hold" nodeType="afterEffect">
                  <p:stCondLst>
                    <p:cond delay="0"/>
                  </p:stCondLst>
                  <p:childTnLst>
                    <p:set>
                      <p:cBhvr>
                        <p:cTn dur="1" fill="hold">
                          <p:stCondLst>
                            <p:cond delay="0"/>
                          </p:stCondLst>
                        </p:cTn>
                        <p:tgtEl>
                          <p:spTgt spid="6150"/>
                        </p:tgtEl>
                        <p:attrNameLst>
                          <p:attrName>style.visibility</p:attrName>
                        </p:attrNameLst>
                      </p:cBhvr>
                      <p:to>
                        <p:strVal val="visible"/>
                      </p:to>
                    </p:set>
                    <p:animEffect transition="in" filter="wipe(left)">
                      <p:cBhvr>
                        <p:cTn dur="500"/>
                        <p:tgtEl>
                          <p:spTgt spid="6150"/>
                        </p:tgtEl>
                      </p:cBhvr>
                    </p:animEffect>
                  </p:childTnLst>
                </p:cTn>
              </p:par>
            </p:tnLst>
          </p:tmpl>
          <p:tmpl lvl="4">
            <p:tnLst>
              <p:par>
                <p:cTn presetID="22" presetClass="entr" presetSubtype="8" fill="hold" nodeType="afterEffect">
                  <p:stCondLst>
                    <p:cond delay="0"/>
                  </p:stCondLst>
                  <p:childTnLst>
                    <p:set>
                      <p:cBhvr>
                        <p:cTn dur="1" fill="hold">
                          <p:stCondLst>
                            <p:cond delay="0"/>
                          </p:stCondLst>
                        </p:cTn>
                        <p:tgtEl>
                          <p:spTgt spid="6150"/>
                        </p:tgtEl>
                        <p:attrNameLst>
                          <p:attrName>style.visibility</p:attrName>
                        </p:attrNameLst>
                      </p:cBhvr>
                      <p:to>
                        <p:strVal val="visible"/>
                      </p:to>
                    </p:set>
                    <p:animEffect transition="in" filter="wipe(left)">
                      <p:cBhvr>
                        <p:cTn dur="500"/>
                        <p:tgtEl>
                          <p:spTgt spid="6150"/>
                        </p:tgtEl>
                      </p:cBhvr>
                    </p:animEffect>
                  </p:childTnLst>
                </p:cTn>
              </p:par>
            </p:tnLst>
          </p:tmpl>
          <p:tmpl lvl="5">
            <p:tnLst>
              <p:par>
                <p:cTn presetID="22" presetClass="entr" presetSubtype="8" fill="hold" nodeType="afterEffect">
                  <p:stCondLst>
                    <p:cond delay="0"/>
                  </p:stCondLst>
                  <p:childTnLst>
                    <p:set>
                      <p:cBhvr>
                        <p:cTn dur="1" fill="hold">
                          <p:stCondLst>
                            <p:cond delay="0"/>
                          </p:stCondLst>
                        </p:cTn>
                        <p:tgtEl>
                          <p:spTgt spid="6150"/>
                        </p:tgtEl>
                        <p:attrNameLst>
                          <p:attrName>style.visibility</p:attrName>
                        </p:attrNameLst>
                      </p:cBhvr>
                      <p:to>
                        <p:strVal val="visible"/>
                      </p:to>
                    </p:set>
                    <p:animEffect transition="in" filter="wipe(left)">
                      <p:cBhvr>
                        <p:cTn dur="500"/>
                        <p:tgtEl>
                          <p:spTgt spid="6150"/>
                        </p:tgtEl>
                      </p:cBhvr>
                    </p:animEffect>
                  </p:childTnLst>
                </p:cTn>
              </p:par>
            </p:tnLst>
          </p:tmpl>
        </p:tmplLst>
      </p:bldP>
    </p:bldLst>
  </p:timing>
  <p:hf hdr="0" dt="0"/>
  <p:txStyles>
    <p:titleStyle>
      <a:lvl1pPr algn="ctr" rtl="0" eaLnBrk="0" fontAlgn="base" hangingPunct="0">
        <a:spcBef>
          <a:spcPct val="0"/>
        </a:spcBef>
        <a:spcAft>
          <a:spcPct val="0"/>
        </a:spcAft>
        <a:defRPr sz="3000">
          <a:solidFill>
            <a:srgbClr val="0D0D0D"/>
          </a:solidFill>
          <a:latin typeface="+mj-lt"/>
          <a:ea typeface="+mj-ea"/>
          <a:cs typeface="+mj-cs"/>
        </a:defRPr>
      </a:lvl1pPr>
      <a:lvl2pPr algn="ctr" rtl="0" eaLnBrk="0" fontAlgn="base" hangingPunct="0">
        <a:spcBef>
          <a:spcPct val="0"/>
        </a:spcBef>
        <a:spcAft>
          <a:spcPct val="0"/>
        </a:spcAft>
        <a:defRPr sz="3000">
          <a:solidFill>
            <a:srgbClr val="0D0D0D"/>
          </a:solidFill>
          <a:latin typeface="Arial" pitchFamily="34" charset="0"/>
        </a:defRPr>
      </a:lvl2pPr>
      <a:lvl3pPr algn="ctr" rtl="0" eaLnBrk="0" fontAlgn="base" hangingPunct="0">
        <a:spcBef>
          <a:spcPct val="0"/>
        </a:spcBef>
        <a:spcAft>
          <a:spcPct val="0"/>
        </a:spcAft>
        <a:defRPr sz="3000">
          <a:solidFill>
            <a:srgbClr val="0D0D0D"/>
          </a:solidFill>
          <a:latin typeface="Arial" pitchFamily="34" charset="0"/>
        </a:defRPr>
      </a:lvl3pPr>
      <a:lvl4pPr algn="ctr" rtl="0" eaLnBrk="0" fontAlgn="base" hangingPunct="0">
        <a:spcBef>
          <a:spcPct val="0"/>
        </a:spcBef>
        <a:spcAft>
          <a:spcPct val="0"/>
        </a:spcAft>
        <a:defRPr sz="3000">
          <a:solidFill>
            <a:srgbClr val="0D0D0D"/>
          </a:solidFill>
          <a:latin typeface="Arial" pitchFamily="34" charset="0"/>
        </a:defRPr>
      </a:lvl4pPr>
      <a:lvl5pPr algn="ctr" rtl="0" eaLnBrk="0" fontAlgn="base" hangingPunct="0">
        <a:spcBef>
          <a:spcPct val="0"/>
        </a:spcBef>
        <a:spcAft>
          <a:spcPct val="0"/>
        </a:spcAft>
        <a:defRPr sz="3000">
          <a:solidFill>
            <a:srgbClr val="0D0D0D"/>
          </a:solidFill>
          <a:latin typeface="Arial" pitchFamily="34" charset="0"/>
        </a:defRPr>
      </a:lvl5pPr>
      <a:lvl6pPr marL="457200" algn="l" rtl="0" fontAlgn="base">
        <a:spcBef>
          <a:spcPct val="0"/>
        </a:spcBef>
        <a:spcAft>
          <a:spcPct val="0"/>
        </a:spcAft>
        <a:defRPr sz="3000">
          <a:solidFill>
            <a:srgbClr val="990000"/>
          </a:solidFill>
          <a:latin typeface="Arial" pitchFamily="34" charset="0"/>
        </a:defRPr>
      </a:lvl6pPr>
      <a:lvl7pPr marL="914400" algn="l" rtl="0" fontAlgn="base">
        <a:spcBef>
          <a:spcPct val="0"/>
        </a:spcBef>
        <a:spcAft>
          <a:spcPct val="0"/>
        </a:spcAft>
        <a:defRPr sz="3000">
          <a:solidFill>
            <a:srgbClr val="990000"/>
          </a:solidFill>
          <a:latin typeface="Arial" pitchFamily="34" charset="0"/>
        </a:defRPr>
      </a:lvl7pPr>
      <a:lvl8pPr marL="1371600" algn="l" rtl="0" fontAlgn="base">
        <a:spcBef>
          <a:spcPct val="0"/>
        </a:spcBef>
        <a:spcAft>
          <a:spcPct val="0"/>
        </a:spcAft>
        <a:defRPr sz="3000">
          <a:solidFill>
            <a:srgbClr val="990000"/>
          </a:solidFill>
          <a:latin typeface="Arial" pitchFamily="34" charset="0"/>
        </a:defRPr>
      </a:lvl8pPr>
      <a:lvl9pPr marL="1828800" algn="l" rtl="0" fontAlgn="base">
        <a:spcBef>
          <a:spcPct val="0"/>
        </a:spcBef>
        <a:spcAft>
          <a:spcPct val="0"/>
        </a:spcAft>
        <a:defRPr sz="3000">
          <a:solidFill>
            <a:srgbClr val="990000"/>
          </a:solidFill>
          <a:latin typeface="Arial" pitchFamily="34" charset="0"/>
        </a:defRPr>
      </a:lvl9pPr>
    </p:titleStyle>
    <p:bodyStyle>
      <a:lvl1pPr marL="342900" indent="-342900" algn="l" rtl="0" eaLnBrk="0" fontAlgn="base" hangingPunct="0">
        <a:spcBef>
          <a:spcPct val="20000"/>
        </a:spcBef>
        <a:spcAft>
          <a:spcPct val="0"/>
        </a:spcAft>
        <a:buChar char="•"/>
        <a:defRPr sz="3400">
          <a:solidFill>
            <a:srgbClr val="AE1221"/>
          </a:solidFill>
          <a:latin typeface="+mn-lt"/>
          <a:ea typeface="+mn-ea"/>
          <a:cs typeface="+mn-cs"/>
        </a:defRPr>
      </a:lvl1pPr>
      <a:lvl2pPr marL="742950" indent="-285750" algn="l" rtl="0" eaLnBrk="0" fontAlgn="base" hangingPunct="0">
        <a:spcBef>
          <a:spcPct val="20000"/>
        </a:spcBef>
        <a:spcAft>
          <a:spcPct val="0"/>
        </a:spcAft>
        <a:buChar char="–"/>
        <a:defRPr sz="3200">
          <a:solidFill>
            <a:schemeClr val="tx1"/>
          </a:solidFill>
          <a:latin typeface="+mn-lt"/>
        </a:defRPr>
      </a:lvl2pPr>
      <a:lvl3pPr marL="1143000" indent="-228600" algn="l" rtl="0" eaLnBrk="0" fontAlgn="base" hangingPunct="0">
        <a:spcBef>
          <a:spcPct val="20000"/>
        </a:spcBef>
        <a:spcAft>
          <a:spcPct val="0"/>
        </a:spcAft>
        <a:buChar char="•"/>
        <a:defRPr sz="2800">
          <a:solidFill>
            <a:schemeClr val="tx1"/>
          </a:solidFill>
          <a:latin typeface="+mn-lt"/>
        </a:defRPr>
      </a:lvl3pPr>
      <a:lvl4pPr marL="1600200" indent="-228600" algn="l" rtl="0" eaLnBrk="0" fontAlgn="base" hangingPunct="0">
        <a:spcBef>
          <a:spcPct val="20000"/>
        </a:spcBef>
        <a:spcAft>
          <a:spcPct val="0"/>
        </a:spcAft>
        <a:buChar char="–"/>
        <a:defRPr sz="2400">
          <a:solidFill>
            <a:schemeClr val="tx1"/>
          </a:solidFill>
          <a:latin typeface="+mn-lt"/>
        </a:defRPr>
      </a:lvl4pPr>
      <a:lvl5pPr marL="2057400" indent="-228600" algn="l" rtl="0" eaLnBrk="0" fontAlgn="base" hangingPunct="0">
        <a:spcBef>
          <a:spcPct val="20000"/>
        </a:spcBef>
        <a:spcAft>
          <a:spcPct val="0"/>
        </a:spcAft>
        <a:buChar char="»"/>
        <a:defRPr sz="2400">
          <a:solidFill>
            <a:schemeClr val="tx1"/>
          </a:solidFill>
          <a:latin typeface="+mn-lt"/>
        </a:defRPr>
      </a:lvl5pPr>
      <a:lvl6pPr marL="2514600" indent="-228600" algn="l" rtl="0" fontAlgn="base">
        <a:spcBef>
          <a:spcPct val="20000"/>
        </a:spcBef>
        <a:spcAft>
          <a:spcPct val="0"/>
        </a:spcAft>
        <a:buChar char="»"/>
        <a:defRPr sz="2400">
          <a:solidFill>
            <a:schemeClr val="tx1"/>
          </a:solidFill>
          <a:latin typeface="+mn-lt"/>
        </a:defRPr>
      </a:lvl6pPr>
      <a:lvl7pPr marL="2971800" indent="-228600" algn="l" rtl="0" fontAlgn="base">
        <a:spcBef>
          <a:spcPct val="20000"/>
        </a:spcBef>
        <a:spcAft>
          <a:spcPct val="0"/>
        </a:spcAft>
        <a:buChar char="»"/>
        <a:defRPr sz="2400">
          <a:solidFill>
            <a:schemeClr val="tx1"/>
          </a:solidFill>
          <a:latin typeface="+mn-lt"/>
        </a:defRPr>
      </a:lvl7pPr>
      <a:lvl8pPr marL="3429000" indent="-228600" algn="l" rtl="0" fontAlgn="base">
        <a:spcBef>
          <a:spcPct val="20000"/>
        </a:spcBef>
        <a:spcAft>
          <a:spcPct val="0"/>
        </a:spcAft>
        <a:buChar char="»"/>
        <a:defRPr sz="2400">
          <a:solidFill>
            <a:schemeClr val="tx1"/>
          </a:solidFill>
          <a:latin typeface="+mn-lt"/>
        </a:defRPr>
      </a:lvl8pPr>
      <a:lvl9pPr marL="3886200" indent="-228600" algn="l" rtl="0" fontAlgn="base">
        <a:spcBef>
          <a:spcPct val="20000"/>
        </a:spcBef>
        <a:spcAft>
          <a:spcPct val="0"/>
        </a:spcAft>
        <a:buChar char="»"/>
        <a:defRPr sz="24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6" name="Picture 15">
            <a:extLst>
              <a:ext uri="{FF2B5EF4-FFF2-40B4-BE49-F238E27FC236}">
                <a16:creationId xmlns:a16="http://schemas.microsoft.com/office/drawing/2014/main" id="{B9440A22-8BFD-4B5B-3FE6-E3BF3CB45070}"/>
              </a:ext>
            </a:extLst>
          </p:cNvPr>
          <p:cNvPicPr>
            <a:picLocks noChangeAspect="1"/>
          </p:cNvPicPr>
          <p:nvPr userDrawn="1"/>
        </p:nvPicPr>
        <p:blipFill>
          <a:blip r:embed="rId4"/>
          <a:stretch>
            <a:fillRect/>
          </a:stretch>
        </p:blipFill>
        <p:spPr>
          <a:xfrm>
            <a:off x="8735581" y="6455228"/>
            <a:ext cx="408419" cy="402772"/>
          </a:xfrm>
          <a:prstGeom prst="rect">
            <a:avLst/>
          </a:prstGeom>
        </p:spPr>
      </p:pic>
      <p:grpSp>
        <p:nvGrpSpPr>
          <p:cNvPr id="14" name="Group 13">
            <a:extLst>
              <a:ext uri="{FF2B5EF4-FFF2-40B4-BE49-F238E27FC236}">
                <a16:creationId xmlns:a16="http://schemas.microsoft.com/office/drawing/2014/main" id="{E9160293-9784-8198-02AC-A2CE5BF52997}"/>
              </a:ext>
            </a:extLst>
          </p:cNvPr>
          <p:cNvGrpSpPr/>
          <p:nvPr userDrawn="1"/>
        </p:nvGrpSpPr>
        <p:grpSpPr>
          <a:xfrm>
            <a:off x="0" y="0"/>
            <a:ext cx="9143998" cy="783771"/>
            <a:chOff x="0" y="0"/>
            <a:chExt cx="9143998" cy="783771"/>
          </a:xfrm>
        </p:grpSpPr>
        <p:pic>
          <p:nvPicPr>
            <p:cNvPr id="13" name="Picture 12">
              <a:extLst>
                <a:ext uri="{FF2B5EF4-FFF2-40B4-BE49-F238E27FC236}">
                  <a16:creationId xmlns:a16="http://schemas.microsoft.com/office/drawing/2014/main" id="{CA342020-04AE-B9F5-ADE2-3A64EEF3308A}"/>
                </a:ext>
              </a:extLst>
            </p:cNvPr>
            <p:cNvPicPr>
              <a:picLocks noChangeAspect="1"/>
            </p:cNvPicPr>
            <p:nvPr userDrawn="1"/>
          </p:nvPicPr>
          <p:blipFill>
            <a:blip r:embed="rId5"/>
            <a:stretch>
              <a:fillRect/>
            </a:stretch>
          </p:blipFill>
          <p:spPr>
            <a:xfrm>
              <a:off x="990600" y="1"/>
              <a:ext cx="8153398" cy="783770"/>
            </a:xfrm>
            <a:prstGeom prst="rect">
              <a:avLst/>
            </a:prstGeom>
          </p:spPr>
        </p:pic>
        <p:pic>
          <p:nvPicPr>
            <p:cNvPr id="8" name="Picture 7">
              <a:extLst>
                <a:ext uri="{FF2B5EF4-FFF2-40B4-BE49-F238E27FC236}">
                  <a16:creationId xmlns:a16="http://schemas.microsoft.com/office/drawing/2014/main" id="{00E185A2-CC12-C835-B35E-A13F8B5EBDB4}"/>
                </a:ext>
              </a:extLst>
            </p:cNvPr>
            <p:cNvPicPr>
              <a:picLocks noChangeAspect="1"/>
            </p:cNvPicPr>
            <p:nvPr userDrawn="1"/>
          </p:nvPicPr>
          <p:blipFill>
            <a:blip r:embed="rId6"/>
            <a:stretch>
              <a:fillRect/>
            </a:stretch>
          </p:blipFill>
          <p:spPr>
            <a:xfrm>
              <a:off x="0" y="0"/>
              <a:ext cx="990599" cy="783771"/>
            </a:xfrm>
            <a:prstGeom prst="rect">
              <a:avLst/>
            </a:prstGeom>
          </p:spPr>
        </p:pic>
      </p:grpSp>
      <p:sp>
        <p:nvSpPr>
          <p:cNvPr id="5122" name="Rectangle 2"/>
          <p:cNvSpPr>
            <a:spLocks noGrp="1" noChangeAspect="1" noChangeArrowheads="1"/>
          </p:cNvSpPr>
          <p:nvPr>
            <p:ph type="title"/>
          </p:nvPr>
        </p:nvSpPr>
        <p:spPr bwMode="auto">
          <a:xfrm>
            <a:off x="152399" y="0"/>
            <a:ext cx="8991599"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dirty="0"/>
              <a:t>THINK-PAIR-SHARE</a:t>
            </a:r>
          </a:p>
        </p:txBody>
      </p:sp>
      <p:sp>
        <p:nvSpPr>
          <p:cNvPr id="6150" name="Rectangle 3"/>
          <p:cNvSpPr>
            <a:spLocks noGrp="1" noChangeAspect="1" noChangeArrowheads="1"/>
          </p:cNvSpPr>
          <p:nvPr>
            <p:ph type="body" idx="1"/>
          </p:nvPr>
        </p:nvSpPr>
        <p:spPr bwMode="auto">
          <a:xfrm>
            <a:off x="457200" y="783770"/>
            <a:ext cx="8458200" cy="56932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dirty="0"/>
              <a:t>Click to edit Master text styles</a:t>
            </a:r>
          </a:p>
          <a:p>
            <a:pPr lvl="1"/>
            <a:r>
              <a:rPr lang="en-US" altLang="en-US" dirty="0"/>
              <a:t>Second level</a:t>
            </a:r>
          </a:p>
          <a:p>
            <a:pPr lvl="2"/>
            <a:r>
              <a:rPr lang="en-US" altLang="en-US" dirty="0"/>
              <a:t>Third level</a:t>
            </a:r>
          </a:p>
          <a:p>
            <a:pPr lvl="3"/>
            <a:r>
              <a:rPr lang="en-US" altLang="en-US" dirty="0"/>
              <a:t>Fourth level</a:t>
            </a:r>
          </a:p>
          <a:p>
            <a:pPr lvl="4"/>
            <a:r>
              <a:rPr lang="en-US" altLang="en-US" dirty="0"/>
              <a:t>Fifth level  - </a:t>
            </a:r>
            <a:r>
              <a:rPr lang="en-US" altLang="en-US" dirty="0" err="1"/>
              <a:t>colorat</a:t>
            </a:r>
            <a:r>
              <a:rPr lang="en-US" altLang="en-US" dirty="0"/>
              <a:t> </a:t>
            </a:r>
            <a:r>
              <a:rPr lang="en-US" altLang="en-US" dirty="0" err="1"/>
              <a:t>diferit</a:t>
            </a:r>
            <a:endParaRPr lang="en-US" altLang="en-US" dirty="0"/>
          </a:p>
        </p:txBody>
      </p:sp>
      <p:sp>
        <p:nvSpPr>
          <p:cNvPr id="216071" name="Rectangle 7"/>
          <p:cNvSpPr>
            <a:spLocks noGrp="1" noChangeArrowheads="1"/>
          </p:cNvSpPr>
          <p:nvPr>
            <p:ph type="sldNum" sz="quarter" idx="4"/>
          </p:nvPr>
        </p:nvSpPr>
        <p:spPr bwMode="auto">
          <a:xfrm>
            <a:off x="8735580" y="6498769"/>
            <a:ext cx="408420" cy="359232"/>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spcBef>
                <a:spcPct val="0"/>
              </a:spcBef>
              <a:buFontTx/>
              <a:buNone/>
              <a:defRPr sz="1200">
                <a:solidFill>
                  <a:schemeClr val="bg1"/>
                </a:solidFill>
              </a:defRPr>
            </a:lvl1pPr>
          </a:lstStyle>
          <a:p>
            <a:pPr fontAlgn="base">
              <a:spcAft>
                <a:spcPct val="0"/>
              </a:spcAft>
              <a:defRPr/>
            </a:pPr>
            <a:fld id="{CFA536BC-3ED5-4293-8323-16A4258B4A0B}" type="slidenum">
              <a:rPr lang="en-US" smtClean="0"/>
              <a:pPr fontAlgn="base">
                <a:spcAft>
                  <a:spcPct val="0"/>
                </a:spcAft>
                <a:defRPr/>
              </a:pPr>
              <a:t>‹#›</a:t>
            </a:fld>
            <a:endParaRPr lang="en-US" dirty="0"/>
          </a:p>
        </p:txBody>
      </p:sp>
      <p:sp>
        <p:nvSpPr>
          <p:cNvPr id="11" name="Footer Placeholder 4"/>
          <p:cNvSpPr txBox="1">
            <a:spLocks/>
          </p:cNvSpPr>
          <p:nvPr userDrawn="1"/>
        </p:nvSpPr>
        <p:spPr>
          <a:xfrm>
            <a:off x="0" y="6476999"/>
            <a:ext cx="8686800" cy="381002"/>
          </a:xfrm>
          <a:prstGeom prst="rect">
            <a:avLst/>
          </a:prstGeom>
          <a:noFill/>
        </p:spPr>
        <p:txBody>
          <a:bodyPr vert="horz" lIns="91440" tIns="45720" rIns="91440" bIns="45720" rtlCol="0" anchor="ctr"/>
          <a:lstStyle>
            <a:defPPr>
              <a:defRPr lang="en-US"/>
            </a:defPPr>
            <a:lvl1pPr marL="0" algn="l" defTabSz="914400" rtl="0" eaLnBrk="1" latinLnBrk="0" hangingPunct="1">
              <a:buFontTx/>
              <a:buNone/>
              <a:defRPr sz="900" kern="1200">
                <a:solidFill>
                  <a:schemeClr val="tx1"/>
                </a:solidFill>
                <a:latin typeface="+mn-lt"/>
                <a:ea typeface="+mn-ea"/>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base">
              <a:spcAft>
                <a:spcPct val="0"/>
              </a:spcAft>
              <a:defRPr/>
            </a:pPr>
            <a:r>
              <a:rPr lang="en-US" dirty="0"/>
              <a:t>Mankiw, </a:t>
            </a:r>
            <a:r>
              <a:rPr lang="en-US" i="1" dirty="0"/>
              <a:t>Principles of Economics</a:t>
            </a:r>
            <a:r>
              <a:rPr lang="en-US" dirty="0"/>
              <a:t>, 11th Edition. © 2027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3728541375"/>
      </p:ext>
    </p:extLst>
  </p:cSld>
  <p:clrMap bg1="lt1" tx1="dk1" bg2="lt2" tx2="dk2" accent1="accent1" accent2="accent2" accent3="accent3" accent4="accent4" accent5="accent5" accent6="accent6" hlink="hlink" folHlink="folHlink"/>
  <p:sldLayoutIdLst>
    <p:sldLayoutId id="2147483685" r:id="rId1"/>
    <p:sldLayoutId id="2147483687" r:id="rId2"/>
  </p:sldLayoutIdLst>
  <p:hf hdr="0" dt="0"/>
  <p:txStyles>
    <p:titleStyle>
      <a:lvl1pPr algn="ctr" rtl="0" eaLnBrk="0" fontAlgn="base" hangingPunct="0">
        <a:spcBef>
          <a:spcPct val="0"/>
        </a:spcBef>
        <a:spcAft>
          <a:spcPct val="0"/>
        </a:spcAft>
        <a:defRPr sz="3200" b="1">
          <a:solidFill>
            <a:schemeClr val="bg1"/>
          </a:solidFill>
          <a:latin typeface="+mj-lt"/>
          <a:ea typeface="+mj-ea"/>
          <a:cs typeface="+mj-cs"/>
        </a:defRPr>
      </a:lvl1pPr>
      <a:lvl2pPr algn="ctr" rtl="0" eaLnBrk="0" fontAlgn="base" hangingPunct="0">
        <a:spcBef>
          <a:spcPct val="0"/>
        </a:spcBef>
        <a:spcAft>
          <a:spcPct val="0"/>
        </a:spcAft>
        <a:defRPr sz="3000">
          <a:solidFill>
            <a:srgbClr val="0D0D0D"/>
          </a:solidFill>
          <a:latin typeface="Arial" pitchFamily="34" charset="0"/>
        </a:defRPr>
      </a:lvl2pPr>
      <a:lvl3pPr algn="ctr" rtl="0" eaLnBrk="0" fontAlgn="base" hangingPunct="0">
        <a:spcBef>
          <a:spcPct val="0"/>
        </a:spcBef>
        <a:spcAft>
          <a:spcPct val="0"/>
        </a:spcAft>
        <a:defRPr sz="3000">
          <a:solidFill>
            <a:srgbClr val="0D0D0D"/>
          </a:solidFill>
          <a:latin typeface="Arial" pitchFamily="34" charset="0"/>
        </a:defRPr>
      </a:lvl3pPr>
      <a:lvl4pPr algn="ctr" rtl="0" eaLnBrk="0" fontAlgn="base" hangingPunct="0">
        <a:spcBef>
          <a:spcPct val="0"/>
        </a:spcBef>
        <a:spcAft>
          <a:spcPct val="0"/>
        </a:spcAft>
        <a:defRPr sz="3000">
          <a:solidFill>
            <a:srgbClr val="0D0D0D"/>
          </a:solidFill>
          <a:latin typeface="Arial" pitchFamily="34" charset="0"/>
        </a:defRPr>
      </a:lvl4pPr>
      <a:lvl5pPr algn="ctr" rtl="0" eaLnBrk="0" fontAlgn="base" hangingPunct="0">
        <a:spcBef>
          <a:spcPct val="0"/>
        </a:spcBef>
        <a:spcAft>
          <a:spcPct val="0"/>
        </a:spcAft>
        <a:defRPr sz="3000">
          <a:solidFill>
            <a:srgbClr val="0D0D0D"/>
          </a:solidFill>
          <a:latin typeface="Arial" pitchFamily="34" charset="0"/>
        </a:defRPr>
      </a:lvl5pPr>
      <a:lvl6pPr marL="457200" algn="l" rtl="0" fontAlgn="base">
        <a:spcBef>
          <a:spcPct val="0"/>
        </a:spcBef>
        <a:spcAft>
          <a:spcPct val="0"/>
        </a:spcAft>
        <a:defRPr sz="3000">
          <a:solidFill>
            <a:srgbClr val="990000"/>
          </a:solidFill>
          <a:latin typeface="Arial" pitchFamily="34" charset="0"/>
        </a:defRPr>
      </a:lvl6pPr>
      <a:lvl7pPr marL="914400" algn="l" rtl="0" fontAlgn="base">
        <a:spcBef>
          <a:spcPct val="0"/>
        </a:spcBef>
        <a:spcAft>
          <a:spcPct val="0"/>
        </a:spcAft>
        <a:defRPr sz="3000">
          <a:solidFill>
            <a:srgbClr val="990000"/>
          </a:solidFill>
          <a:latin typeface="Arial" pitchFamily="34" charset="0"/>
        </a:defRPr>
      </a:lvl7pPr>
      <a:lvl8pPr marL="1371600" algn="l" rtl="0" fontAlgn="base">
        <a:spcBef>
          <a:spcPct val="0"/>
        </a:spcBef>
        <a:spcAft>
          <a:spcPct val="0"/>
        </a:spcAft>
        <a:defRPr sz="3000">
          <a:solidFill>
            <a:srgbClr val="990000"/>
          </a:solidFill>
          <a:latin typeface="Arial" pitchFamily="34" charset="0"/>
        </a:defRPr>
      </a:lvl8pPr>
      <a:lvl9pPr marL="1828800" algn="l" rtl="0" fontAlgn="base">
        <a:spcBef>
          <a:spcPct val="0"/>
        </a:spcBef>
        <a:spcAft>
          <a:spcPct val="0"/>
        </a:spcAft>
        <a:defRPr sz="3000">
          <a:solidFill>
            <a:srgbClr val="990000"/>
          </a:solidFill>
          <a:latin typeface="Arial" pitchFamily="34" charset="0"/>
        </a:defRPr>
      </a:lvl9pPr>
    </p:titleStyle>
    <p:bodyStyle>
      <a:lvl1pPr marL="342900" indent="-342900" algn="l" rtl="0" eaLnBrk="0" fontAlgn="base" hangingPunct="0">
        <a:spcBef>
          <a:spcPct val="20000"/>
        </a:spcBef>
        <a:spcAft>
          <a:spcPct val="0"/>
        </a:spcAft>
        <a:buChar char="•"/>
        <a:defRPr sz="3400">
          <a:solidFill>
            <a:srgbClr val="AE1221"/>
          </a:solidFill>
          <a:latin typeface="+mn-lt"/>
          <a:ea typeface="+mn-ea"/>
          <a:cs typeface="+mn-cs"/>
        </a:defRPr>
      </a:lvl1pPr>
      <a:lvl2pPr marL="742950" indent="-285750" algn="l" rtl="0" eaLnBrk="0" fontAlgn="base" hangingPunct="0">
        <a:spcBef>
          <a:spcPct val="20000"/>
        </a:spcBef>
        <a:spcAft>
          <a:spcPct val="0"/>
        </a:spcAft>
        <a:buChar char="–"/>
        <a:defRPr sz="3200">
          <a:solidFill>
            <a:schemeClr val="tx1"/>
          </a:solidFill>
          <a:latin typeface="+mn-lt"/>
        </a:defRPr>
      </a:lvl2pPr>
      <a:lvl3pPr marL="1143000" indent="-228600" algn="l" rtl="0" eaLnBrk="0" fontAlgn="base" hangingPunct="0">
        <a:spcBef>
          <a:spcPct val="20000"/>
        </a:spcBef>
        <a:spcAft>
          <a:spcPct val="0"/>
        </a:spcAft>
        <a:buChar char="•"/>
        <a:defRPr sz="2800">
          <a:solidFill>
            <a:schemeClr val="tx1"/>
          </a:solidFill>
          <a:latin typeface="+mn-lt"/>
        </a:defRPr>
      </a:lvl3pPr>
      <a:lvl4pPr marL="1600200" indent="-228600" algn="l" rtl="0" eaLnBrk="0" fontAlgn="base" hangingPunct="0">
        <a:spcBef>
          <a:spcPct val="20000"/>
        </a:spcBef>
        <a:spcAft>
          <a:spcPct val="0"/>
        </a:spcAft>
        <a:buChar char="–"/>
        <a:defRPr sz="2400">
          <a:solidFill>
            <a:schemeClr val="tx1"/>
          </a:solidFill>
          <a:latin typeface="+mn-lt"/>
        </a:defRPr>
      </a:lvl4pPr>
      <a:lvl5pPr marL="2057400" indent="-228600" algn="l" rtl="0" eaLnBrk="0" fontAlgn="base" hangingPunct="0">
        <a:spcBef>
          <a:spcPct val="20000"/>
        </a:spcBef>
        <a:spcAft>
          <a:spcPct val="0"/>
        </a:spcAft>
        <a:buChar char="»"/>
        <a:defRPr sz="2400">
          <a:solidFill>
            <a:schemeClr val="tx1"/>
          </a:solidFill>
          <a:latin typeface="+mn-lt"/>
        </a:defRPr>
      </a:lvl5pPr>
      <a:lvl6pPr marL="2514600" indent="-228600" algn="l" rtl="0" fontAlgn="base">
        <a:spcBef>
          <a:spcPct val="20000"/>
        </a:spcBef>
        <a:spcAft>
          <a:spcPct val="0"/>
        </a:spcAft>
        <a:buChar char="»"/>
        <a:defRPr sz="2400">
          <a:solidFill>
            <a:schemeClr val="tx1"/>
          </a:solidFill>
          <a:latin typeface="+mn-lt"/>
        </a:defRPr>
      </a:lvl6pPr>
      <a:lvl7pPr marL="2971800" indent="-228600" algn="l" rtl="0" fontAlgn="base">
        <a:spcBef>
          <a:spcPct val="20000"/>
        </a:spcBef>
        <a:spcAft>
          <a:spcPct val="0"/>
        </a:spcAft>
        <a:buChar char="»"/>
        <a:defRPr sz="2400">
          <a:solidFill>
            <a:schemeClr val="tx1"/>
          </a:solidFill>
          <a:latin typeface="+mn-lt"/>
        </a:defRPr>
      </a:lvl7pPr>
      <a:lvl8pPr marL="3429000" indent="-228600" algn="l" rtl="0" fontAlgn="base">
        <a:spcBef>
          <a:spcPct val="20000"/>
        </a:spcBef>
        <a:spcAft>
          <a:spcPct val="0"/>
        </a:spcAft>
        <a:buChar char="»"/>
        <a:defRPr sz="2400">
          <a:solidFill>
            <a:schemeClr val="tx1"/>
          </a:solidFill>
          <a:latin typeface="+mn-lt"/>
        </a:defRPr>
      </a:lvl8pPr>
      <a:lvl9pPr marL="3886200" indent="-228600" algn="l" rtl="0" fontAlgn="base">
        <a:spcBef>
          <a:spcPct val="20000"/>
        </a:spcBef>
        <a:spcAft>
          <a:spcPct val="0"/>
        </a:spcAft>
        <a:buChar char="»"/>
        <a:defRPr sz="24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143F128-001E-7656-E092-6EE95225596B}"/>
              </a:ext>
            </a:extLst>
          </p:cNvPr>
          <p:cNvPicPr>
            <a:picLocks noChangeAspect="1"/>
          </p:cNvPicPr>
          <p:nvPr userDrawn="1"/>
        </p:nvPicPr>
        <p:blipFill>
          <a:blip r:embed="rId3"/>
          <a:stretch>
            <a:fillRect/>
          </a:stretch>
        </p:blipFill>
        <p:spPr>
          <a:xfrm>
            <a:off x="8674028" y="6400800"/>
            <a:ext cx="469971" cy="457200"/>
          </a:xfrm>
          <a:prstGeom prst="rect">
            <a:avLst/>
          </a:prstGeom>
        </p:spPr>
      </p:pic>
      <p:sp>
        <p:nvSpPr>
          <p:cNvPr id="6150" name="Rectangle 3"/>
          <p:cNvSpPr>
            <a:spLocks noGrp="1" noChangeAspect="1" noChangeArrowheads="1"/>
          </p:cNvSpPr>
          <p:nvPr>
            <p:ph type="body" idx="1"/>
          </p:nvPr>
        </p:nvSpPr>
        <p:spPr bwMode="auto">
          <a:xfrm>
            <a:off x="457200" y="1524000"/>
            <a:ext cx="845820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dirty="0"/>
              <a:t>Click to edit Master text styles</a:t>
            </a:r>
          </a:p>
          <a:p>
            <a:pPr lvl="1"/>
            <a:r>
              <a:rPr lang="en-US" altLang="en-US" dirty="0"/>
              <a:t>Second level</a:t>
            </a:r>
          </a:p>
          <a:p>
            <a:pPr lvl="2"/>
            <a:r>
              <a:rPr lang="en-US" altLang="en-US" dirty="0"/>
              <a:t>Third level</a:t>
            </a:r>
          </a:p>
          <a:p>
            <a:pPr lvl="3"/>
            <a:r>
              <a:rPr lang="en-US" altLang="en-US" dirty="0"/>
              <a:t>Fourth level</a:t>
            </a:r>
          </a:p>
          <a:p>
            <a:pPr lvl="4"/>
            <a:r>
              <a:rPr lang="en-US" altLang="en-US" dirty="0"/>
              <a:t>Fifth level  - </a:t>
            </a:r>
            <a:r>
              <a:rPr lang="en-US" altLang="en-US" dirty="0" err="1"/>
              <a:t>colorat</a:t>
            </a:r>
            <a:r>
              <a:rPr lang="en-US" altLang="en-US" dirty="0"/>
              <a:t> </a:t>
            </a:r>
            <a:r>
              <a:rPr lang="en-US" altLang="en-US" dirty="0" err="1"/>
              <a:t>diferit</a:t>
            </a:r>
            <a:endParaRPr lang="en-US" altLang="en-US" dirty="0"/>
          </a:p>
        </p:txBody>
      </p:sp>
      <p:sp>
        <p:nvSpPr>
          <p:cNvPr id="216071" name="Rectangle 7"/>
          <p:cNvSpPr>
            <a:spLocks noGrp="1" noChangeArrowheads="1"/>
          </p:cNvSpPr>
          <p:nvPr>
            <p:ph type="sldNum" sz="quarter" idx="4"/>
          </p:nvPr>
        </p:nvSpPr>
        <p:spPr bwMode="auto">
          <a:xfrm>
            <a:off x="8628063" y="6467475"/>
            <a:ext cx="515937" cy="39052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spcBef>
                <a:spcPct val="0"/>
              </a:spcBef>
              <a:buFontTx/>
              <a:buNone/>
              <a:defRPr sz="1200">
                <a:solidFill>
                  <a:srgbClr val="4E519E"/>
                </a:solidFill>
              </a:defRPr>
            </a:lvl1pPr>
          </a:lstStyle>
          <a:p>
            <a:pPr fontAlgn="base">
              <a:spcAft>
                <a:spcPct val="0"/>
              </a:spcAft>
              <a:defRPr/>
            </a:pPr>
            <a:fld id="{CFA536BC-3ED5-4293-8323-16A4258B4A0B}" type="slidenum">
              <a:rPr lang="en-US" smtClean="0"/>
              <a:pPr fontAlgn="base">
                <a:spcAft>
                  <a:spcPct val="0"/>
                </a:spcAft>
                <a:defRPr/>
              </a:pPr>
              <a:t>‹#›</a:t>
            </a:fld>
            <a:endParaRPr lang="en-US" dirty="0"/>
          </a:p>
        </p:txBody>
      </p:sp>
      <p:sp>
        <p:nvSpPr>
          <p:cNvPr id="11" name="Footer Placeholder 4"/>
          <p:cNvSpPr txBox="1">
            <a:spLocks/>
          </p:cNvSpPr>
          <p:nvPr userDrawn="1"/>
        </p:nvSpPr>
        <p:spPr>
          <a:xfrm>
            <a:off x="0" y="6476999"/>
            <a:ext cx="8763000" cy="381001"/>
          </a:xfrm>
          <a:prstGeom prst="rect">
            <a:avLst/>
          </a:prstGeom>
          <a:noFill/>
        </p:spPr>
        <p:txBody>
          <a:bodyPr vert="horz" lIns="91440" tIns="45720" rIns="91440" bIns="45720" rtlCol="0" anchor="ctr"/>
          <a:lstStyle>
            <a:defPPr>
              <a:defRPr lang="en-US"/>
            </a:defPPr>
            <a:lvl1pPr marL="0" algn="l" defTabSz="914400" rtl="0" eaLnBrk="1" latinLnBrk="0" hangingPunct="1">
              <a:buFontTx/>
              <a:buNone/>
              <a:defRPr sz="900" kern="1200">
                <a:solidFill>
                  <a:schemeClr val="tx1"/>
                </a:solidFill>
                <a:latin typeface="+mn-lt"/>
                <a:ea typeface="+mn-ea"/>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base">
              <a:spcAft>
                <a:spcPct val="0"/>
              </a:spcAft>
              <a:defRPr/>
            </a:pPr>
            <a:r>
              <a:rPr lang="en-US" dirty="0"/>
              <a:t>Mankiw, </a:t>
            </a:r>
            <a:r>
              <a:rPr lang="en-US" i="1" dirty="0"/>
              <a:t>Principles of Economics</a:t>
            </a:r>
            <a:r>
              <a:rPr lang="en-US" dirty="0"/>
              <a:t>, 11th Edition. © 2027 Cengage. All Rights Reserved. May not be scanned, copied or duplicated, or posted to a publicly accessible website, in whole or in part.</a:t>
            </a:r>
          </a:p>
        </p:txBody>
      </p:sp>
      <p:grpSp>
        <p:nvGrpSpPr>
          <p:cNvPr id="14" name="Group 13">
            <a:extLst>
              <a:ext uri="{FF2B5EF4-FFF2-40B4-BE49-F238E27FC236}">
                <a16:creationId xmlns:a16="http://schemas.microsoft.com/office/drawing/2014/main" id="{C835EDD8-042A-A0F3-75F7-909EAC7F38E6}"/>
              </a:ext>
            </a:extLst>
          </p:cNvPr>
          <p:cNvGrpSpPr/>
          <p:nvPr userDrawn="1"/>
        </p:nvGrpSpPr>
        <p:grpSpPr>
          <a:xfrm>
            <a:off x="1" y="0"/>
            <a:ext cx="9143999" cy="1541739"/>
            <a:chOff x="1" y="0"/>
            <a:chExt cx="9143999" cy="1541739"/>
          </a:xfrm>
        </p:grpSpPr>
        <p:grpSp>
          <p:nvGrpSpPr>
            <p:cNvPr id="10" name="Group 9">
              <a:extLst>
                <a:ext uri="{FF2B5EF4-FFF2-40B4-BE49-F238E27FC236}">
                  <a16:creationId xmlns:a16="http://schemas.microsoft.com/office/drawing/2014/main" id="{57574C9D-ED38-72ED-879E-F046CD7F6BD9}"/>
                </a:ext>
              </a:extLst>
            </p:cNvPr>
            <p:cNvGrpSpPr/>
            <p:nvPr userDrawn="1"/>
          </p:nvGrpSpPr>
          <p:grpSpPr>
            <a:xfrm>
              <a:off x="1" y="0"/>
              <a:ext cx="9143999" cy="1541739"/>
              <a:chOff x="1" y="0"/>
              <a:chExt cx="9143999" cy="1541739"/>
            </a:xfrm>
          </p:grpSpPr>
          <p:pic>
            <p:nvPicPr>
              <p:cNvPr id="5" name="Picture 4">
                <a:extLst>
                  <a:ext uri="{FF2B5EF4-FFF2-40B4-BE49-F238E27FC236}">
                    <a16:creationId xmlns:a16="http://schemas.microsoft.com/office/drawing/2014/main" id="{9F3AA3B5-A27E-5099-151F-DFF30B7FAE97}"/>
                  </a:ext>
                </a:extLst>
              </p:cNvPr>
              <p:cNvPicPr>
                <a:picLocks noChangeAspect="1"/>
              </p:cNvPicPr>
              <p:nvPr userDrawn="1"/>
            </p:nvPicPr>
            <p:blipFill>
              <a:blip r:embed="rId4"/>
              <a:stretch>
                <a:fillRect/>
              </a:stretch>
            </p:blipFill>
            <p:spPr>
              <a:xfrm>
                <a:off x="1" y="1"/>
                <a:ext cx="2514600" cy="1541738"/>
              </a:xfrm>
              <a:prstGeom prst="rect">
                <a:avLst/>
              </a:prstGeom>
            </p:spPr>
          </p:pic>
          <p:pic>
            <p:nvPicPr>
              <p:cNvPr id="7" name="Picture 6">
                <a:extLst>
                  <a:ext uri="{FF2B5EF4-FFF2-40B4-BE49-F238E27FC236}">
                    <a16:creationId xmlns:a16="http://schemas.microsoft.com/office/drawing/2014/main" id="{4F7CD589-4119-0ED3-C53A-837840172358}"/>
                  </a:ext>
                </a:extLst>
              </p:cNvPr>
              <p:cNvPicPr>
                <a:picLocks noChangeAspect="1"/>
              </p:cNvPicPr>
              <p:nvPr userDrawn="1"/>
            </p:nvPicPr>
            <p:blipFill>
              <a:blip r:embed="rId5"/>
              <a:stretch>
                <a:fillRect/>
              </a:stretch>
            </p:blipFill>
            <p:spPr>
              <a:xfrm>
                <a:off x="1600200" y="272353"/>
                <a:ext cx="7543800" cy="969264"/>
              </a:xfrm>
              <a:prstGeom prst="rect">
                <a:avLst/>
              </a:prstGeom>
            </p:spPr>
          </p:pic>
          <p:pic>
            <p:nvPicPr>
              <p:cNvPr id="9" name="Picture 8">
                <a:extLst>
                  <a:ext uri="{FF2B5EF4-FFF2-40B4-BE49-F238E27FC236}">
                    <a16:creationId xmlns:a16="http://schemas.microsoft.com/office/drawing/2014/main" id="{83666958-61BB-7105-6346-670E1D304595}"/>
                  </a:ext>
                </a:extLst>
              </p:cNvPr>
              <p:cNvPicPr>
                <a:picLocks noChangeAspect="1"/>
              </p:cNvPicPr>
              <p:nvPr userDrawn="1"/>
            </p:nvPicPr>
            <p:blipFill>
              <a:blip r:embed="rId6"/>
              <a:stretch>
                <a:fillRect/>
              </a:stretch>
            </p:blipFill>
            <p:spPr>
              <a:xfrm>
                <a:off x="1447799" y="0"/>
                <a:ext cx="7696199" cy="272353"/>
              </a:xfrm>
              <a:prstGeom prst="rect">
                <a:avLst/>
              </a:prstGeom>
            </p:spPr>
          </p:pic>
        </p:grpSp>
        <p:pic>
          <p:nvPicPr>
            <p:cNvPr id="13" name="Picture 12">
              <a:extLst>
                <a:ext uri="{FF2B5EF4-FFF2-40B4-BE49-F238E27FC236}">
                  <a16:creationId xmlns:a16="http://schemas.microsoft.com/office/drawing/2014/main" id="{7EA6DF6B-C553-3A68-E18A-F19AD7ADAE04}"/>
                </a:ext>
              </a:extLst>
            </p:cNvPr>
            <p:cNvPicPr>
              <a:picLocks noChangeAspect="1"/>
            </p:cNvPicPr>
            <p:nvPr userDrawn="1"/>
          </p:nvPicPr>
          <p:blipFill>
            <a:blip r:embed="rId7"/>
            <a:stretch>
              <a:fillRect/>
            </a:stretch>
          </p:blipFill>
          <p:spPr>
            <a:xfrm>
              <a:off x="1444752" y="1243584"/>
              <a:ext cx="7699246" cy="292608"/>
            </a:xfrm>
            <a:prstGeom prst="rect">
              <a:avLst/>
            </a:prstGeom>
          </p:spPr>
        </p:pic>
      </p:grpSp>
    </p:spTree>
    <p:extLst>
      <p:ext uri="{BB962C8B-B14F-4D97-AF65-F5344CB8AC3E}">
        <p14:creationId xmlns:p14="http://schemas.microsoft.com/office/powerpoint/2010/main" val="540183629"/>
      </p:ext>
    </p:extLst>
  </p:cSld>
  <p:clrMap bg1="lt1" tx1="dk1" bg2="lt2" tx2="dk2" accent1="accent1" accent2="accent2" accent3="accent3" accent4="accent4" accent5="accent5" accent6="accent6" hlink="hlink" folHlink="folHlink"/>
  <p:sldLayoutIdLst>
    <p:sldLayoutId id="2147483677" r:id="rId1"/>
  </p:sldLayoutIdLs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6150">
                                            <p:txEl>
                                              <p:pRg st="0" end="0"/>
                                            </p:txEl>
                                          </p:spTgt>
                                        </p:tgtEl>
                                        <p:attrNameLst>
                                          <p:attrName>style.visibility</p:attrName>
                                        </p:attrNameLst>
                                      </p:cBhvr>
                                      <p:to>
                                        <p:strVal val="visible"/>
                                      </p:to>
                                    </p:set>
                                    <p:animEffect transition="in" filter="wipe(left)">
                                      <p:cBhvr>
                                        <p:cTn id="7" dur="500"/>
                                        <p:tgtEl>
                                          <p:spTgt spid="6150">
                                            <p:txEl>
                                              <p:pRg st="0" end="0"/>
                                            </p:txEl>
                                          </p:spTgt>
                                        </p:tgtEl>
                                      </p:cBhvr>
                                    </p:animEffect>
                                  </p:childTnLst>
                                </p:cTn>
                              </p:par>
                            </p:childTnLst>
                          </p:cTn>
                        </p:par>
                        <p:par>
                          <p:cTn id="8" fill="hold" nodeType="afterGroup">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6150">
                                            <p:txEl>
                                              <p:pRg st="1" end="1"/>
                                            </p:txEl>
                                          </p:spTgt>
                                        </p:tgtEl>
                                        <p:attrNameLst>
                                          <p:attrName>style.visibility</p:attrName>
                                        </p:attrNameLst>
                                      </p:cBhvr>
                                      <p:to>
                                        <p:strVal val="visible"/>
                                      </p:to>
                                    </p:set>
                                    <p:animEffect transition="in" filter="wipe(left)">
                                      <p:cBhvr>
                                        <p:cTn id="11" dur="500"/>
                                        <p:tgtEl>
                                          <p:spTgt spid="6150">
                                            <p:txEl>
                                              <p:pRg st="1" end="1"/>
                                            </p:txEl>
                                          </p:spTgt>
                                        </p:tgtEl>
                                      </p:cBhvr>
                                    </p:animEffect>
                                  </p:childTnLst>
                                </p:cTn>
                              </p:par>
                            </p:childTnLst>
                          </p:cTn>
                        </p:par>
                        <p:par>
                          <p:cTn id="12" fill="hold" nodeType="afterGroup">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6150">
                                            <p:txEl>
                                              <p:pRg st="2" end="2"/>
                                            </p:txEl>
                                          </p:spTgt>
                                        </p:tgtEl>
                                        <p:attrNameLst>
                                          <p:attrName>style.visibility</p:attrName>
                                        </p:attrNameLst>
                                      </p:cBhvr>
                                      <p:to>
                                        <p:strVal val="visible"/>
                                      </p:to>
                                    </p:set>
                                    <p:animEffect transition="in" filter="wipe(left)">
                                      <p:cBhvr>
                                        <p:cTn id="15" dur="500"/>
                                        <p:tgtEl>
                                          <p:spTgt spid="6150">
                                            <p:txEl>
                                              <p:pRg st="2" end="2"/>
                                            </p:txEl>
                                          </p:spTgt>
                                        </p:tgtEl>
                                      </p:cBhvr>
                                    </p:animEffect>
                                  </p:childTnLst>
                                </p:cTn>
                              </p:par>
                            </p:childTnLst>
                          </p:cTn>
                        </p:par>
                        <p:par>
                          <p:cTn id="16" fill="hold" nodeType="afterGroup">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6150">
                                            <p:txEl>
                                              <p:pRg st="3" end="3"/>
                                            </p:txEl>
                                          </p:spTgt>
                                        </p:tgtEl>
                                        <p:attrNameLst>
                                          <p:attrName>style.visibility</p:attrName>
                                        </p:attrNameLst>
                                      </p:cBhvr>
                                      <p:to>
                                        <p:strVal val="visible"/>
                                      </p:to>
                                    </p:set>
                                    <p:animEffect transition="in" filter="wipe(left)">
                                      <p:cBhvr>
                                        <p:cTn id="19" dur="500"/>
                                        <p:tgtEl>
                                          <p:spTgt spid="6150">
                                            <p:txEl>
                                              <p:pRg st="3" end="3"/>
                                            </p:txEl>
                                          </p:spTgt>
                                        </p:tgtEl>
                                      </p:cBhvr>
                                    </p:animEffect>
                                  </p:childTnLst>
                                </p:cTn>
                              </p:par>
                            </p:childTnLst>
                          </p:cTn>
                        </p:par>
                        <p:par>
                          <p:cTn id="20" fill="hold" nodeType="afterGroup">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6150">
                                            <p:txEl>
                                              <p:pRg st="4" end="4"/>
                                            </p:txEl>
                                          </p:spTgt>
                                        </p:tgtEl>
                                        <p:attrNameLst>
                                          <p:attrName>style.visibility</p:attrName>
                                        </p:attrNameLst>
                                      </p:cBhvr>
                                      <p:to>
                                        <p:strVal val="visible"/>
                                      </p:to>
                                    </p:set>
                                    <p:animEffect transition="in" filter="wipe(left)">
                                      <p:cBhvr>
                                        <p:cTn id="23" dur="500"/>
                                        <p:tgtEl>
                                          <p:spTgt spid="6150">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50" grpId="0" build="p">
        <p:tmplLst>
          <p:tmpl lvl="1">
            <p:tnLst>
              <p:par>
                <p:cTn presetID="22" presetClass="entr" presetSubtype="8" fill="hold" nodeType="afterEffect">
                  <p:stCondLst>
                    <p:cond delay="0"/>
                  </p:stCondLst>
                  <p:childTnLst>
                    <p:set>
                      <p:cBhvr>
                        <p:cTn dur="1" fill="hold">
                          <p:stCondLst>
                            <p:cond delay="0"/>
                          </p:stCondLst>
                        </p:cTn>
                        <p:tgtEl>
                          <p:spTgt spid="6150"/>
                        </p:tgtEl>
                        <p:attrNameLst>
                          <p:attrName>style.visibility</p:attrName>
                        </p:attrNameLst>
                      </p:cBhvr>
                      <p:to>
                        <p:strVal val="visible"/>
                      </p:to>
                    </p:set>
                    <p:animEffect transition="in" filter="wipe(left)">
                      <p:cBhvr>
                        <p:cTn dur="500"/>
                        <p:tgtEl>
                          <p:spTgt spid="6150"/>
                        </p:tgtEl>
                      </p:cBhvr>
                    </p:animEffect>
                  </p:childTnLst>
                </p:cTn>
              </p:par>
            </p:tnLst>
          </p:tmpl>
          <p:tmpl lvl="2">
            <p:tnLst>
              <p:par>
                <p:cTn presetID="22" presetClass="entr" presetSubtype="8" fill="hold" nodeType="afterEffect">
                  <p:stCondLst>
                    <p:cond delay="0"/>
                  </p:stCondLst>
                  <p:childTnLst>
                    <p:set>
                      <p:cBhvr>
                        <p:cTn dur="1" fill="hold">
                          <p:stCondLst>
                            <p:cond delay="0"/>
                          </p:stCondLst>
                        </p:cTn>
                        <p:tgtEl>
                          <p:spTgt spid="6150"/>
                        </p:tgtEl>
                        <p:attrNameLst>
                          <p:attrName>style.visibility</p:attrName>
                        </p:attrNameLst>
                      </p:cBhvr>
                      <p:to>
                        <p:strVal val="visible"/>
                      </p:to>
                    </p:set>
                    <p:animEffect transition="in" filter="wipe(left)">
                      <p:cBhvr>
                        <p:cTn dur="500"/>
                        <p:tgtEl>
                          <p:spTgt spid="6150"/>
                        </p:tgtEl>
                      </p:cBhvr>
                    </p:animEffect>
                  </p:childTnLst>
                </p:cTn>
              </p:par>
            </p:tnLst>
          </p:tmpl>
          <p:tmpl lvl="3">
            <p:tnLst>
              <p:par>
                <p:cTn presetID="22" presetClass="entr" presetSubtype="8" fill="hold" nodeType="afterEffect">
                  <p:stCondLst>
                    <p:cond delay="0"/>
                  </p:stCondLst>
                  <p:childTnLst>
                    <p:set>
                      <p:cBhvr>
                        <p:cTn dur="1" fill="hold">
                          <p:stCondLst>
                            <p:cond delay="0"/>
                          </p:stCondLst>
                        </p:cTn>
                        <p:tgtEl>
                          <p:spTgt spid="6150"/>
                        </p:tgtEl>
                        <p:attrNameLst>
                          <p:attrName>style.visibility</p:attrName>
                        </p:attrNameLst>
                      </p:cBhvr>
                      <p:to>
                        <p:strVal val="visible"/>
                      </p:to>
                    </p:set>
                    <p:animEffect transition="in" filter="wipe(left)">
                      <p:cBhvr>
                        <p:cTn dur="500"/>
                        <p:tgtEl>
                          <p:spTgt spid="6150"/>
                        </p:tgtEl>
                      </p:cBhvr>
                    </p:animEffect>
                  </p:childTnLst>
                </p:cTn>
              </p:par>
            </p:tnLst>
          </p:tmpl>
          <p:tmpl lvl="4">
            <p:tnLst>
              <p:par>
                <p:cTn presetID="22" presetClass="entr" presetSubtype="8" fill="hold" nodeType="afterEffect">
                  <p:stCondLst>
                    <p:cond delay="0"/>
                  </p:stCondLst>
                  <p:childTnLst>
                    <p:set>
                      <p:cBhvr>
                        <p:cTn dur="1" fill="hold">
                          <p:stCondLst>
                            <p:cond delay="0"/>
                          </p:stCondLst>
                        </p:cTn>
                        <p:tgtEl>
                          <p:spTgt spid="6150"/>
                        </p:tgtEl>
                        <p:attrNameLst>
                          <p:attrName>style.visibility</p:attrName>
                        </p:attrNameLst>
                      </p:cBhvr>
                      <p:to>
                        <p:strVal val="visible"/>
                      </p:to>
                    </p:set>
                    <p:animEffect transition="in" filter="wipe(left)">
                      <p:cBhvr>
                        <p:cTn dur="500"/>
                        <p:tgtEl>
                          <p:spTgt spid="6150"/>
                        </p:tgtEl>
                      </p:cBhvr>
                    </p:animEffect>
                  </p:childTnLst>
                </p:cTn>
              </p:par>
            </p:tnLst>
          </p:tmpl>
          <p:tmpl lvl="5">
            <p:tnLst>
              <p:par>
                <p:cTn presetID="22" presetClass="entr" presetSubtype="8" fill="hold" nodeType="afterEffect">
                  <p:stCondLst>
                    <p:cond delay="0"/>
                  </p:stCondLst>
                  <p:childTnLst>
                    <p:set>
                      <p:cBhvr>
                        <p:cTn dur="1" fill="hold">
                          <p:stCondLst>
                            <p:cond delay="0"/>
                          </p:stCondLst>
                        </p:cTn>
                        <p:tgtEl>
                          <p:spTgt spid="6150"/>
                        </p:tgtEl>
                        <p:attrNameLst>
                          <p:attrName>style.visibility</p:attrName>
                        </p:attrNameLst>
                      </p:cBhvr>
                      <p:to>
                        <p:strVal val="visible"/>
                      </p:to>
                    </p:set>
                    <p:animEffect transition="in" filter="wipe(left)">
                      <p:cBhvr>
                        <p:cTn dur="500"/>
                        <p:tgtEl>
                          <p:spTgt spid="6150"/>
                        </p:tgtEl>
                      </p:cBhvr>
                    </p:animEffect>
                  </p:childTnLst>
                </p:cTn>
              </p:par>
            </p:tnLst>
          </p:tmpl>
        </p:tmplLst>
      </p:bldP>
    </p:bldLst>
  </p:timing>
  <p:hf hdr="0" dt="0"/>
  <p:txStyles>
    <p:titleStyle>
      <a:lvl1pPr algn="l" rtl="0" eaLnBrk="0" fontAlgn="base" hangingPunct="0">
        <a:spcBef>
          <a:spcPct val="0"/>
        </a:spcBef>
        <a:spcAft>
          <a:spcPct val="0"/>
        </a:spcAft>
        <a:defRPr sz="3200">
          <a:solidFill>
            <a:schemeClr val="bg1"/>
          </a:solidFill>
          <a:latin typeface="+mj-lt"/>
          <a:ea typeface="+mj-ea"/>
          <a:cs typeface="+mj-cs"/>
        </a:defRPr>
      </a:lvl1pPr>
      <a:lvl2pPr algn="ctr" rtl="0" eaLnBrk="0" fontAlgn="base" hangingPunct="0">
        <a:spcBef>
          <a:spcPct val="0"/>
        </a:spcBef>
        <a:spcAft>
          <a:spcPct val="0"/>
        </a:spcAft>
        <a:defRPr sz="3000">
          <a:solidFill>
            <a:srgbClr val="0D0D0D"/>
          </a:solidFill>
          <a:latin typeface="Arial" pitchFamily="34" charset="0"/>
        </a:defRPr>
      </a:lvl2pPr>
      <a:lvl3pPr algn="ctr" rtl="0" eaLnBrk="0" fontAlgn="base" hangingPunct="0">
        <a:spcBef>
          <a:spcPct val="0"/>
        </a:spcBef>
        <a:spcAft>
          <a:spcPct val="0"/>
        </a:spcAft>
        <a:defRPr sz="3000">
          <a:solidFill>
            <a:srgbClr val="0D0D0D"/>
          </a:solidFill>
          <a:latin typeface="Arial" pitchFamily="34" charset="0"/>
        </a:defRPr>
      </a:lvl3pPr>
      <a:lvl4pPr algn="ctr" rtl="0" eaLnBrk="0" fontAlgn="base" hangingPunct="0">
        <a:spcBef>
          <a:spcPct val="0"/>
        </a:spcBef>
        <a:spcAft>
          <a:spcPct val="0"/>
        </a:spcAft>
        <a:defRPr sz="3000">
          <a:solidFill>
            <a:srgbClr val="0D0D0D"/>
          </a:solidFill>
          <a:latin typeface="Arial" pitchFamily="34" charset="0"/>
        </a:defRPr>
      </a:lvl4pPr>
      <a:lvl5pPr algn="ctr" rtl="0" eaLnBrk="0" fontAlgn="base" hangingPunct="0">
        <a:spcBef>
          <a:spcPct val="0"/>
        </a:spcBef>
        <a:spcAft>
          <a:spcPct val="0"/>
        </a:spcAft>
        <a:defRPr sz="3000">
          <a:solidFill>
            <a:srgbClr val="0D0D0D"/>
          </a:solidFill>
          <a:latin typeface="Arial" pitchFamily="34" charset="0"/>
        </a:defRPr>
      </a:lvl5pPr>
      <a:lvl6pPr marL="457200" algn="l" rtl="0" fontAlgn="base">
        <a:spcBef>
          <a:spcPct val="0"/>
        </a:spcBef>
        <a:spcAft>
          <a:spcPct val="0"/>
        </a:spcAft>
        <a:defRPr sz="3000">
          <a:solidFill>
            <a:srgbClr val="990000"/>
          </a:solidFill>
          <a:latin typeface="Arial" pitchFamily="34" charset="0"/>
        </a:defRPr>
      </a:lvl6pPr>
      <a:lvl7pPr marL="914400" algn="l" rtl="0" fontAlgn="base">
        <a:spcBef>
          <a:spcPct val="0"/>
        </a:spcBef>
        <a:spcAft>
          <a:spcPct val="0"/>
        </a:spcAft>
        <a:defRPr sz="3000">
          <a:solidFill>
            <a:srgbClr val="990000"/>
          </a:solidFill>
          <a:latin typeface="Arial" pitchFamily="34" charset="0"/>
        </a:defRPr>
      </a:lvl7pPr>
      <a:lvl8pPr marL="1371600" algn="l" rtl="0" fontAlgn="base">
        <a:spcBef>
          <a:spcPct val="0"/>
        </a:spcBef>
        <a:spcAft>
          <a:spcPct val="0"/>
        </a:spcAft>
        <a:defRPr sz="3000">
          <a:solidFill>
            <a:srgbClr val="990000"/>
          </a:solidFill>
          <a:latin typeface="Arial" pitchFamily="34" charset="0"/>
        </a:defRPr>
      </a:lvl8pPr>
      <a:lvl9pPr marL="1828800" algn="l" rtl="0" fontAlgn="base">
        <a:spcBef>
          <a:spcPct val="0"/>
        </a:spcBef>
        <a:spcAft>
          <a:spcPct val="0"/>
        </a:spcAft>
        <a:defRPr sz="3000">
          <a:solidFill>
            <a:srgbClr val="990000"/>
          </a:solidFill>
          <a:latin typeface="Arial" pitchFamily="34" charset="0"/>
        </a:defRPr>
      </a:lvl9pPr>
    </p:titleStyle>
    <p:bodyStyle>
      <a:lvl1pPr marL="342900" indent="-342900" algn="l" rtl="0" eaLnBrk="0" fontAlgn="base" hangingPunct="0">
        <a:spcBef>
          <a:spcPct val="20000"/>
        </a:spcBef>
        <a:spcAft>
          <a:spcPct val="0"/>
        </a:spcAft>
        <a:buChar char="•"/>
        <a:defRPr sz="3400">
          <a:solidFill>
            <a:srgbClr val="AE1221"/>
          </a:solidFill>
          <a:latin typeface="+mn-lt"/>
          <a:ea typeface="+mn-ea"/>
          <a:cs typeface="+mn-cs"/>
        </a:defRPr>
      </a:lvl1pPr>
      <a:lvl2pPr marL="742950" indent="-285750" algn="l" rtl="0" eaLnBrk="0" fontAlgn="base" hangingPunct="0">
        <a:spcBef>
          <a:spcPct val="20000"/>
        </a:spcBef>
        <a:spcAft>
          <a:spcPct val="0"/>
        </a:spcAft>
        <a:buChar char="–"/>
        <a:defRPr sz="3200">
          <a:solidFill>
            <a:schemeClr val="tx1"/>
          </a:solidFill>
          <a:latin typeface="+mn-lt"/>
        </a:defRPr>
      </a:lvl2pPr>
      <a:lvl3pPr marL="1143000" indent="-228600" algn="l" rtl="0" eaLnBrk="0" fontAlgn="base" hangingPunct="0">
        <a:spcBef>
          <a:spcPct val="20000"/>
        </a:spcBef>
        <a:spcAft>
          <a:spcPct val="0"/>
        </a:spcAft>
        <a:buChar char="•"/>
        <a:defRPr sz="2800">
          <a:solidFill>
            <a:schemeClr val="tx1"/>
          </a:solidFill>
          <a:latin typeface="+mn-lt"/>
        </a:defRPr>
      </a:lvl3pPr>
      <a:lvl4pPr marL="1600200" indent="-228600" algn="l" rtl="0" eaLnBrk="0" fontAlgn="base" hangingPunct="0">
        <a:spcBef>
          <a:spcPct val="20000"/>
        </a:spcBef>
        <a:spcAft>
          <a:spcPct val="0"/>
        </a:spcAft>
        <a:buChar char="–"/>
        <a:defRPr sz="2400">
          <a:solidFill>
            <a:schemeClr val="tx1"/>
          </a:solidFill>
          <a:latin typeface="+mn-lt"/>
        </a:defRPr>
      </a:lvl4pPr>
      <a:lvl5pPr marL="2057400" indent="-228600" algn="l" rtl="0" eaLnBrk="0" fontAlgn="base" hangingPunct="0">
        <a:spcBef>
          <a:spcPct val="20000"/>
        </a:spcBef>
        <a:spcAft>
          <a:spcPct val="0"/>
        </a:spcAft>
        <a:buChar char="»"/>
        <a:defRPr sz="2400">
          <a:solidFill>
            <a:schemeClr val="tx1"/>
          </a:solidFill>
          <a:latin typeface="+mn-lt"/>
        </a:defRPr>
      </a:lvl5pPr>
      <a:lvl6pPr marL="2514600" indent="-228600" algn="l" rtl="0" fontAlgn="base">
        <a:spcBef>
          <a:spcPct val="20000"/>
        </a:spcBef>
        <a:spcAft>
          <a:spcPct val="0"/>
        </a:spcAft>
        <a:buChar char="»"/>
        <a:defRPr sz="2400">
          <a:solidFill>
            <a:schemeClr val="tx1"/>
          </a:solidFill>
          <a:latin typeface="+mn-lt"/>
        </a:defRPr>
      </a:lvl6pPr>
      <a:lvl7pPr marL="2971800" indent="-228600" algn="l" rtl="0" fontAlgn="base">
        <a:spcBef>
          <a:spcPct val="20000"/>
        </a:spcBef>
        <a:spcAft>
          <a:spcPct val="0"/>
        </a:spcAft>
        <a:buChar char="»"/>
        <a:defRPr sz="2400">
          <a:solidFill>
            <a:schemeClr val="tx1"/>
          </a:solidFill>
          <a:latin typeface="+mn-lt"/>
        </a:defRPr>
      </a:lvl7pPr>
      <a:lvl8pPr marL="3429000" indent="-228600" algn="l" rtl="0" fontAlgn="base">
        <a:spcBef>
          <a:spcPct val="20000"/>
        </a:spcBef>
        <a:spcAft>
          <a:spcPct val="0"/>
        </a:spcAft>
        <a:buChar char="»"/>
        <a:defRPr sz="2400">
          <a:solidFill>
            <a:schemeClr val="tx1"/>
          </a:solidFill>
          <a:latin typeface="+mn-lt"/>
        </a:defRPr>
      </a:lvl8pPr>
      <a:lvl9pPr marL="3886200" indent="-228600" algn="l" rtl="0" fontAlgn="base">
        <a:spcBef>
          <a:spcPct val="20000"/>
        </a:spcBef>
        <a:spcAft>
          <a:spcPct val="0"/>
        </a:spcAft>
        <a:buChar char="»"/>
        <a:defRPr sz="24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6146" name="Rectangle 2"/>
          <p:cNvSpPr>
            <a:spLocks noGrp="1" noChangeAspect="1" noChangeArrowheads="1"/>
          </p:cNvSpPr>
          <p:nvPr>
            <p:ph type="title"/>
          </p:nvPr>
        </p:nvSpPr>
        <p:spPr bwMode="auto">
          <a:xfrm>
            <a:off x="2008332" y="0"/>
            <a:ext cx="7135668"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dirty="0"/>
              <a:t>Appendix master title</a:t>
            </a:r>
          </a:p>
        </p:txBody>
      </p:sp>
      <p:sp>
        <p:nvSpPr>
          <p:cNvPr id="206855" name="Rectangle 7"/>
          <p:cNvSpPr>
            <a:spLocks noGrp="1" noChangeArrowheads="1"/>
          </p:cNvSpPr>
          <p:nvPr>
            <p:ph type="sldNum" sz="quarter" idx="4"/>
          </p:nvPr>
        </p:nvSpPr>
        <p:spPr bwMode="auto">
          <a:xfrm>
            <a:off x="8658225" y="6488113"/>
            <a:ext cx="485775" cy="369887"/>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spcBef>
                <a:spcPct val="0"/>
              </a:spcBef>
              <a:buFontTx/>
              <a:buNone/>
              <a:defRPr sz="1200">
                <a:solidFill>
                  <a:srgbClr val="4E519E"/>
                </a:solidFill>
              </a:defRPr>
            </a:lvl1pPr>
          </a:lstStyle>
          <a:p>
            <a:pPr fontAlgn="base">
              <a:spcAft>
                <a:spcPct val="0"/>
              </a:spcAft>
              <a:defRPr/>
            </a:pPr>
            <a:fld id="{FCD5D5FD-C24C-4EC1-877A-4A06FFD43F54}" type="slidenum">
              <a:rPr lang="en-US" smtClean="0"/>
              <a:pPr fontAlgn="base">
                <a:spcAft>
                  <a:spcPct val="0"/>
                </a:spcAft>
                <a:defRPr/>
              </a:pPr>
              <a:t>‹#›</a:t>
            </a:fld>
            <a:endParaRPr lang="en-US" dirty="0"/>
          </a:p>
        </p:txBody>
      </p:sp>
      <p:sp>
        <p:nvSpPr>
          <p:cNvPr id="10" name="Text Placeholder 9"/>
          <p:cNvSpPr>
            <a:spLocks noGrp="1"/>
          </p:cNvSpPr>
          <p:nvPr>
            <p:ph type="body" idx="1"/>
          </p:nvPr>
        </p:nvSpPr>
        <p:spPr bwMode="auto">
          <a:xfrm>
            <a:off x="457200" y="592138"/>
            <a:ext cx="8482013" cy="5808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grpSp>
        <p:nvGrpSpPr>
          <p:cNvPr id="3" name="Group 2"/>
          <p:cNvGrpSpPr/>
          <p:nvPr/>
        </p:nvGrpSpPr>
        <p:grpSpPr>
          <a:xfrm>
            <a:off x="32017" y="72581"/>
            <a:ext cx="1976315" cy="6252019"/>
            <a:chOff x="26319" y="75430"/>
            <a:chExt cx="1976315" cy="6409508"/>
          </a:xfrm>
        </p:grpSpPr>
        <p:pic>
          <p:nvPicPr>
            <p:cNvPr id="6155" name="Picture 11"/>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26319" y="75430"/>
              <a:ext cx="1976315" cy="52174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miter lim="800000"/>
                  <a:headEnd type="none" w="med" len="med"/>
                  <a:tailEnd type="none" w="med" len="med"/>
                </a14:hiddenLine>
              </a:ext>
            </a:extLst>
          </p:spPr>
        </p:pic>
        <p:pic>
          <p:nvPicPr>
            <p:cNvPr id="6156" name="Picture 12"/>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26319" y="563034"/>
              <a:ext cx="391023" cy="592190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miter lim="800000"/>
                  <a:headEnd type="none" w="med" len="med"/>
                  <a:tailEnd type="none" w="med" len="med"/>
                </a14:hiddenLine>
              </a:ext>
            </a:extLst>
          </p:spPr>
        </p:pic>
      </p:grpSp>
      <p:grpSp>
        <p:nvGrpSpPr>
          <p:cNvPr id="2" name="Group 1"/>
          <p:cNvGrpSpPr/>
          <p:nvPr/>
        </p:nvGrpSpPr>
        <p:grpSpPr>
          <a:xfrm>
            <a:off x="8218204" y="750888"/>
            <a:ext cx="893380" cy="5573712"/>
            <a:chOff x="8229600" y="750888"/>
            <a:chExt cx="893380" cy="5734050"/>
          </a:xfrm>
        </p:grpSpPr>
        <p:pic>
          <p:nvPicPr>
            <p:cNvPr id="13" name="Picture 12"/>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9032905" y="750888"/>
              <a:ext cx="90075" cy="57340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miter lim="800000"/>
                  <a:headEnd type="none" w="med" len="med"/>
                  <a:tailEnd type="none" w="med" len="med"/>
                </a14:hiddenLine>
              </a:ext>
            </a:extLst>
          </p:spPr>
        </p:pic>
        <p:pic>
          <p:nvPicPr>
            <p:cNvPr id="6157" name="Picture 13"/>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8229600" y="6434982"/>
              <a:ext cx="893380" cy="4995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miter lim="800000"/>
                  <a:headEnd type="none" w="med" len="med"/>
                  <a:tailEnd type="none" w="med" len="med"/>
                </a14:hiddenLine>
              </a:ext>
            </a:extLst>
          </p:spPr>
        </p:pic>
      </p:grpSp>
      <p:sp>
        <p:nvSpPr>
          <p:cNvPr id="15" name="Footer Placeholder 4"/>
          <p:cNvSpPr txBox="1">
            <a:spLocks/>
          </p:cNvSpPr>
          <p:nvPr userDrawn="1"/>
        </p:nvSpPr>
        <p:spPr>
          <a:xfrm>
            <a:off x="0" y="6488113"/>
            <a:ext cx="8763000" cy="369888"/>
          </a:xfrm>
          <a:prstGeom prst="rect">
            <a:avLst/>
          </a:prstGeom>
          <a:noFill/>
        </p:spPr>
        <p:txBody>
          <a:bodyPr vert="horz" lIns="91440" tIns="45720" rIns="91440" bIns="45720" rtlCol="0" anchor="ctr"/>
          <a:lstStyle>
            <a:defPPr>
              <a:defRPr lang="en-US"/>
            </a:defPPr>
            <a:lvl1pPr marL="0" algn="l" defTabSz="914400" rtl="0" eaLnBrk="1" latinLnBrk="0" hangingPunct="1">
              <a:buFontTx/>
              <a:buNone/>
              <a:defRPr sz="900" kern="1200">
                <a:solidFill>
                  <a:schemeClr val="tx1"/>
                </a:solidFill>
                <a:latin typeface="+mn-lt"/>
                <a:ea typeface="+mn-ea"/>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base">
              <a:spcAft>
                <a:spcPct val="0"/>
              </a:spcAft>
              <a:defRPr/>
            </a:pPr>
            <a:r>
              <a:rPr lang="en-US" dirty="0"/>
              <a:t>Mankiw, </a:t>
            </a:r>
            <a:r>
              <a:rPr lang="en-US" i="1" dirty="0"/>
              <a:t>Principles of Economics</a:t>
            </a:r>
            <a:r>
              <a:rPr lang="en-US" dirty="0"/>
              <a:t>, 11th Edition. © 2027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3578277993"/>
      </p:ext>
    </p:extLst>
  </p:cSld>
  <p:clrMap bg1="lt1" tx1="dk1" bg2="lt2" tx2="dk2" accent1="accent1" accent2="accent2" accent3="accent3" accent4="accent4" accent5="accent5" accent6="accent6" hlink="hlink" folHlink="folHlink"/>
  <p:sldLayoutIdLst>
    <p:sldLayoutId id="2147483673" r:id="rId1"/>
  </p:sldLayoutIdLs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animEffect transition="in" filter="wipe(left)">
                                      <p:cBhvr>
                                        <p:cTn id="7" dur="500"/>
                                        <p:tgtEl>
                                          <p:spTgt spid="10">
                                            <p:txEl>
                                              <p:pRg st="0" end="0"/>
                                            </p:txEl>
                                          </p:spTgt>
                                        </p:tgtEl>
                                      </p:cBhvr>
                                    </p:animEffect>
                                  </p:childTnLst>
                                </p:cTn>
                              </p:par>
                            </p:childTnLst>
                          </p:cTn>
                        </p:par>
                        <p:par>
                          <p:cTn id="8" fill="hold" nodeType="afterGroup">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10">
                                            <p:txEl>
                                              <p:pRg st="1" end="1"/>
                                            </p:txEl>
                                          </p:spTgt>
                                        </p:tgtEl>
                                        <p:attrNameLst>
                                          <p:attrName>style.visibility</p:attrName>
                                        </p:attrNameLst>
                                      </p:cBhvr>
                                      <p:to>
                                        <p:strVal val="visible"/>
                                      </p:to>
                                    </p:set>
                                    <p:animEffect transition="in" filter="wipe(left)">
                                      <p:cBhvr>
                                        <p:cTn id="11" dur="500"/>
                                        <p:tgtEl>
                                          <p:spTgt spid="10">
                                            <p:txEl>
                                              <p:pRg st="1" end="1"/>
                                            </p:txEl>
                                          </p:spTgt>
                                        </p:tgtEl>
                                      </p:cBhvr>
                                    </p:animEffect>
                                  </p:childTnLst>
                                </p:cTn>
                              </p:par>
                            </p:childTnLst>
                          </p:cTn>
                        </p:par>
                        <p:par>
                          <p:cTn id="12" fill="hold" nodeType="afterGroup">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10">
                                            <p:txEl>
                                              <p:pRg st="2" end="2"/>
                                            </p:txEl>
                                          </p:spTgt>
                                        </p:tgtEl>
                                        <p:attrNameLst>
                                          <p:attrName>style.visibility</p:attrName>
                                        </p:attrNameLst>
                                      </p:cBhvr>
                                      <p:to>
                                        <p:strVal val="visible"/>
                                      </p:to>
                                    </p:set>
                                    <p:animEffect transition="in" filter="wipe(left)">
                                      <p:cBhvr>
                                        <p:cTn id="15" dur="500"/>
                                        <p:tgtEl>
                                          <p:spTgt spid="10">
                                            <p:txEl>
                                              <p:pRg st="2" end="2"/>
                                            </p:txEl>
                                          </p:spTgt>
                                        </p:tgtEl>
                                      </p:cBhvr>
                                    </p:animEffect>
                                  </p:childTnLst>
                                </p:cTn>
                              </p:par>
                            </p:childTnLst>
                          </p:cTn>
                        </p:par>
                        <p:par>
                          <p:cTn id="16" fill="hold" nodeType="afterGroup">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10">
                                            <p:txEl>
                                              <p:pRg st="3" end="3"/>
                                            </p:txEl>
                                          </p:spTgt>
                                        </p:tgtEl>
                                        <p:attrNameLst>
                                          <p:attrName>style.visibility</p:attrName>
                                        </p:attrNameLst>
                                      </p:cBhvr>
                                      <p:to>
                                        <p:strVal val="visible"/>
                                      </p:to>
                                    </p:set>
                                    <p:animEffect transition="in" filter="wipe(left)">
                                      <p:cBhvr>
                                        <p:cTn id="19" dur="500"/>
                                        <p:tgtEl>
                                          <p:spTgt spid="10">
                                            <p:txEl>
                                              <p:pRg st="3" end="3"/>
                                            </p:txEl>
                                          </p:spTgt>
                                        </p:tgtEl>
                                      </p:cBhvr>
                                    </p:animEffect>
                                  </p:childTnLst>
                                </p:cTn>
                              </p:par>
                            </p:childTnLst>
                          </p:cTn>
                        </p:par>
                        <p:par>
                          <p:cTn id="20" fill="hold" nodeType="afterGroup">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10">
                                            <p:txEl>
                                              <p:pRg st="4" end="4"/>
                                            </p:txEl>
                                          </p:spTgt>
                                        </p:tgtEl>
                                        <p:attrNameLst>
                                          <p:attrName>style.visibility</p:attrName>
                                        </p:attrNameLst>
                                      </p:cBhvr>
                                      <p:to>
                                        <p:strVal val="visible"/>
                                      </p:to>
                                    </p:set>
                                    <p:animEffect transition="in" filter="wipe(left)">
                                      <p:cBhvr>
                                        <p:cTn id="23" dur="500"/>
                                        <p:tgtEl>
                                          <p:spTgt spid="10">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p:tmplLst>
          <p:tmpl lvl="1">
            <p:tnLst>
              <p:par>
                <p:cTn presetID="22" presetClass="entr" presetSubtype="8" fill="hold" nodeType="afterEffect">
                  <p:stCondLst>
                    <p:cond delay="0"/>
                  </p:stCondLst>
                  <p:childTnLst>
                    <p:set>
                      <p:cBhvr>
                        <p:cTn dur="1" fill="hold">
                          <p:stCondLst>
                            <p:cond delay="0"/>
                          </p:stCondLst>
                        </p:cTn>
                        <p:tgtEl>
                          <p:spTgt spid="10"/>
                        </p:tgtEl>
                        <p:attrNameLst>
                          <p:attrName>style.visibility</p:attrName>
                        </p:attrNameLst>
                      </p:cBhvr>
                      <p:to>
                        <p:strVal val="visible"/>
                      </p:to>
                    </p:set>
                    <p:animEffect transition="in" filter="wipe(left)">
                      <p:cBhvr>
                        <p:cTn dur="500"/>
                        <p:tgtEl>
                          <p:spTgt spid="10"/>
                        </p:tgtEl>
                      </p:cBhvr>
                    </p:animEffect>
                  </p:childTnLst>
                </p:cTn>
              </p:par>
            </p:tnLst>
          </p:tmpl>
          <p:tmpl lvl="2">
            <p:tnLst>
              <p:par>
                <p:cTn presetID="22" presetClass="entr" presetSubtype="8" fill="hold" nodeType="afterEffect">
                  <p:stCondLst>
                    <p:cond delay="0"/>
                  </p:stCondLst>
                  <p:childTnLst>
                    <p:set>
                      <p:cBhvr>
                        <p:cTn dur="1" fill="hold">
                          <p:stCondLst>
                            <p:cond delay="0"/>
                          </p:stCondLst>
                        </p:cTn>
                        <p:tgtEl>
                          <p:spTgt spid="10"/>
                        </p:tgtEl>
                        <p:attrNameLst>
                          <p:attrName>style.visibility</p:attrName>
                        </p:attrNameLst>
                      </p:cBhvr>
                      <p:to>
                        <p:strVal val="visible"/>
                      </p:to>
                    </p:set>
                    <p:animEffect transition="in" filter="wipe(left)">
                      <p:cBhvr>
                        <p:cTn dur="500"/>
                        <p:tgtEl>
                          <p:spTgt spid="10"/>
                        </p:tgtEl>
                      </p:cBhvr>
                    </p:animEffect>
                  </p:childTnLst>
                </p:cTn>
              </p:par>
            </p:tnLst>
          </p:tmpl>
          <p:tmpl lvl="3">
            <p:tnLst>
              <p:par>
                <p:cTn presetID="22" presetClass="entr" presetSubtype="8" fill="hold" nodeType="afterEffect">
                  <p:stCondLst>
                    <p:cond delay="0"/>
                  </p:stCondLst>
                  <p:childTnLst>
                    <p:set>
                      <p:cBhvr>
                        <p:cTn dur="1" fill="hold">
                          <p:stCondLst>
                            <p:cond delay="0"/>
                          </p:stCondLst>
                        </p:cTn>
                        <p:tgtEl>
                          <p:spTgt spid="10"/>
                        </p:tgtEl>
                        <p:attrNameLst>
                          <p:attrName>style.visibility</p:attrName>
                        </p:attrNameLst>
                      </p:cBhvr>
                      <p:to>
                        <p:strVal val="visible"/>
                      </p:to>
                    </p:set>
                    <p:animEffect transition="in" filter="wipe(left)">
                      <p:cBhvr>
                        <p:cTn dur="500"/>
                        <p:tgtEl>
                          <p:spTgt spid="10"/>
                        </p:tgtEl>
                      </p:cBhvr>
                    </p:animEffect>
                  </p:childTnLst>
                </p:cTn>
              </p:par>
            </p:tnLst>
          </p:tmpl>
          <p:tmpl lvl="4">
            <p:tnLst>
              <p:par>
                <p:cTn presetID="22" presetClass="entr" presetSubtype="8" fill="hold" nodeType="afterEffect">
                  <p:stCondLst>
                    <p:cond delay="0"/>
                  </p:stCondLst>
                  <p:childTnLst>
                    <p:set>
                      <p:cBhvr>
                        <p:cTn dur="1" fill="hold">
                          <p:stCondLst>
                            <p:cond delay="0"/>
                          </p:stCondLst>
                        </p:cTn>
                        <p:tgtEl>
                          <p:spTgt spid="10"/>
                        </p:tgtEl>
                        <p:attrNameLst>
                          <p:attrName>style.visibility</p:attrName>
                        </p:attrNameLst>
                      </p:cBhvr>
                      <p:to>
                        <p:strVal val="visible"/>
                      </p:to>
                    </p:set>
                    <p:animEffect transition="in" filter="wipe(left)">
                      <p:cBhvr>
                        <p:cTn dur="500"/>
                        <p:tgtEl>
                          <p:spTgt spid="10"/>
                        </p:tgtEl>
                      </p:cBhvr>
                    </p:animEffect>
                  </p:childTnLst>
                </p:cTn>
              </p:par>
            </p:tnLst>
          </p:tmpl>
          <p:tmpl lvl="5">
            <p:tnLst>
              <p:par>
                <p:cTn presetID="22" presetClass="entr" presetSubtype="8" fill="hold" nodeType="afterEffect">
                  <p:stCondLst>
                    <p:cond delay="0"/>
                  </p:stCondLst>
                  <p:childTnLst>
                    <p:set>
                      <p:cBhvr>
                        <p:cTn dur="1" fill="hold">
                          <p:stCondLst>
                            <p:cond delay="0"/>
                          </p:stCondLst>
                        </p:cTn>
                        <p:tgtEl>
                          <p:spTgt spid="10"/>
                        </p:tgtEl>
                        <p:attrNameLst>
                          <p:attrName>style.visibility</p:attrName>
                        </p:attrNameLst>
                      </p:cBhvr>
                      <p:to>
                        <p:strVal val="visible"/>
                      </p:to>
                    </p:set>
                    <p:animEffect transition="in" filter="wipe(left)">
                      <p:cBhvr>
                        <p:cTn dur="500"/>
                        <p:tgtEl>
                          <p:spTgt spid="10"/>
                        </p:tgtEl>
                      </p:cBhvr>
                    </p:animEffect>
                  </p:childTnLst>
                </p:cTn>
              </p:par>
            </p:tnLst>
          </p:tmpl>
        </p:tmplLst>
      </p:bldP>
    </p:bldLst>
  </p:timing>
  <p:hf hdr="0" dt="0"/>
  <p:txStyles>
    <p:titleStyle>
      <a:lvl1pPr algn="l" rtl="0" eaLnBrk="0" fontAlgn="base" hangingPunct="0">
        <a:spcBef>
          <a:spcPct val="0"/>
        </a:spcBef>
        <a:spcAft>
          <a:spcPct val="0"/>
        </a:spcAft>
        <a:defRPr sz="3400">
          <a:solidFill>
            <a:schemeClr val="tx1"/>
          </a:solidFill>
          <a:latin typeface="+mj-lt"/>
          <a:ea typeface="+mj-ea"/>
          <a:cs typeface="+mj-cs"/>
        </a:defRPr>
      </a:lvl1pPr>
      <a:lvl2pPr algn="l" rtl="0" eaLnBrk="0" fontAlgn="base" hangingPunct="0">
        <a:spcBef>
          <a:spcPct val="0"/>
        </a:spcBef>
        <a:spcAft>
          <a:spcPct val="0"/>
        </a:spcAft>
        <a:defRPr sz="3400">
          <a:solidFill>
            <a:schemeClr val="tx1"/>
          </a:solidFill>
          <a:latin typeface="Arial" pitchFamily="34" charset="0"/>
        </a:defRPr>
      </a:lvl2pPr>
      <a:lvl3pPr algn="l" rtl="0" eaLnBrk="0" fontAlgn="base" hangingPunct="0">
        <a:spcBef>
          <a:spcPct val="0"/>
        </a:spcBef>
        <a:spcAft>
          <a:spcPct val="0"/>
        </a:spcAft>
        <a:defRPr sz="3400">
          <a:solidFill>
            <a:schemeClr val="tx1"/>
          </a:solidFill>
          <a:latin typeface="Arial" pitchFamily="34" charset="0"/>
        </a:defRPr>
      </a:lvl3pPr>
      <a:lvl4pPr algn="l" rtl="0" eaLnBrk="0" fontAlgn="base" hangingPunct="0">
        <a:spcBef>
          <a:spcPct val="0"/>
        </a:spcBef>
        <a:spcAft>
          <a:spcPct val="0"/>
        </a:spcAft>
        <a:defRPr sz="3400">
          <a:solidFill>
            <a:schemeClr val="tx1"/>
          </a:solidFill>
          <a:latin typeface="Arial" pitchFamily="34" charset="0"/>
        </a:defRPr>
      </a:lvl4pPr>
      <a:lvl5pPr algn="l" rtl="0" eaLnBrk="0" fontAlgn="base" hangingPunct="0">
        <a:spcBef>
          <a:spcPct val="0"/>
        </a:spcBef>
        <a:spcAft>
          <a:spcPct val="0"/>
        </a:spcAft>
        <a:defRPr sz="3400">
          <a:solidFill>
            <a:schemeClr val="tx1"/>
          </a:solidFill>
          <a:latin typeface="Arial" pitchFamily="34" charset="0"/>
        </a:defRPr>
      </a:lvl5pPr>
      <a:lvl6pPr marL="457200" algn="l" rtl="0" fontAlgn="base">
        <a:spcBef>
          <a:spcPct val="0"/>
        </a:spcBef>
        <a:spcAft>
          <a:spcPct val="0"/>
        </a:spcAft>
        <a:defRPr sz="3400">
          <a:solidFill>
            <a:srgbClr val="990000"/>
          </a:solidFill>
          <a:latin typeface="Arial" pitchFamily="34" charset="0"/>
        </a:defRPr>
      </a:lvl6pPr>
      <a:lvl7pPr marL="914400" algn="l" rtl="0" fontAlgn="base">
        <a:spcBef>
          <a:spcPct val="0"/>
        </a:spcBef>
        <a:spcAft>
          <a:spcPct val="0"/>
        </a:spcAft>
        <a:defRPr sz="3400">
          <a:solidFill>
            <a:srgbClr val="990000"/>
          </a:solidFill>
          <a:latin typeface="Arial" pitchFamily="34" charset="0"/>
        </a:defRPr>
      </a:lvl7pPr>
      <a:lvl8pPr marL="1371600" algn="l" rtl="0" fontAlgn="base">
        <a:spcBef>
          <a:spcPct val="0"/>
        </a:spcBef>
        <a:spcAft>
          <a:spcPct val="0"/>
        </a:spcAft>
        <a:defRPr sz="3400">
          <a:solidFill>
            <a:srgbClr val="990000"/>
          </a:solidFill>
          <a:latin typeface="Arial" pitchFamily="34" charset="0"/>
        </a:defRPr>
      </a:lvl8pPr>
      <a:lvl9pPr marL="1828800" algn="l" rtl="0" fontAlgn="base">
        <a:spcBef>
          <a:spcPct val="0"/>
        </a:spcBef>
        <a:spcAft>
          <a:spcPct val="0"/>
        </a:spcAft>
        <a:defRPr sz="3400">
          <a:solidFill>
            <a:srgbClr val="990000"/>
          </a:solidFill>
          <a:latin typeface="Arial" pitchFamily="34" charset="0"/>
        </a:defRPr>
      </a:lvl9pPr>
    </p:titleStyle>
    <p:bodyStyle>
      <a:lvl1pPr marL="342900" indent="-342900" algn="l" rtl="0" eaLnBrk="0" fontAlgn="base" hangingPunct="0">
        <a:spcBef>
          <a:spcPct val="20000"/>
        </a:spcBef>
        <a:spcAft>
          <a:spcPct val="0"/>
        </a:spcAft>
        <a:buChar char="•"/>
        <a:defRPr sz="3400">
          <a:solidFill>
            <a:srgbClr val="005EA4"/>
          </a:solidFill>
          <a:latin typeface="+mn-lt"/>
          <a:ea typeface="+mn-ea"/>
          <a:cs typeface="+mn-cs"/>
        </a:defRPr>
      </a:lvl1pPr>
      <a:lvl2pPr marL="742950" indent="-285750" algn="l" rtl="0" eaLnBrk="0" fontAlgn="base" hangingPunct="0">
        <a:spcBef>
          <a:spcPct val="20000"/>
        </a:spcBef>
        <a:spcAft>
          <a:spcPct val="0"/>
        </a:spcAft>
        <a:buChar char="–"/>
        <a:defRPr sz="3200">
          <a:solidFill>
            <a:schemeClr val="tx1"/>
          </a:solidFill>
          <a:latin typeface="+mn-lt"/>
        </a:defRPr>
      </a:lvl2pPr>
      <a:lvl3pPr marL="1143000" indent="-228600" algn="l" rtl="0" eaLnBrk="0" fontAlgn="base" hangingPunct="0">
        <a:spcBef>
          <a:spcPct val="20000"/>
        </a:spcBef>
        <a:spcAft>
          <a:spcPct val="0"/>
        </a:spcAft>
        <a:buChar char="•"/>
        <a:defRPr sz="2800">
          <a:solidFill>
            <a:schemeClr val="tx1"/>
          </a:solidFill>
          <a:latin typeface="+mn-lt"/>
        </a:defRPr>
      </a:lvl3pPr>
      <a:lvl4pPr marL="1600200" indent="-228600" algn="l" rtl="0" eaLnBrk="0" fontAlgn="base" hangingPunct="0">
        <a:spcBef>
          <a:spcPct val="20000"/>
        </a:spcBef>
        <a:spcAft>
          <a:spcPct val="0"/>
        </a:spcAft>
        <a:buChar char="–"/>
        <a:defRPr sz="2400">
          <a:solidFill>
            <a:schemeClr val="tx1"/>
          </a:solidFill>
          <a:latin typeface="+mn-lt"/>
        </a:defRPr>
      </a:lvl4pPr>
      <a:lvl5pPr marL="2057400" indent="-228600" algn="l" rtl="0" eaLnBrk="0" fontAlgn="base" hangingPunct="0">
        <a:spcBef>
          <a:spcPct val="20000"/>
        </a:spcBef>
        <a:spcAft>
          <a:spcPct val="0"/>
        </a:spcAft>
        <a:buChar char="»"/>
        <a:defRPr sz="2400">
          <a:solidFill>
            <a:schemeClr val="tx1"/>
          </a:solidFill>
          <a:latin typeface="+mn-lt"/>
        </a:defRPr>
      </a:lvl5pPr>
      <a:lvl6pPr marL="2514600" indent="-228600" algn="l" rtl="0" fontAlgn="base">
        <a:spcBef>
          <a:spcPct val="20000"/>
        </a:spcBef>
        <a:spcAft>
          <a:spcPct val="0"/>
        </a:spcAft>
        <a:buChar char="»"/>
        <a:defRPr sz="2400">
          <a:solidFill>
            <a:schemeClr val="tx1"/>
          </a:solidFill>
          <a:latin typeface="+mn-lt"/>
        </a:defRPr>
      </a:lvl6pPr>
      <a:lvl7pPr marL="2971800" indent="-228600" algn="l" rtl="0" fontAlgn="base">
        <a:spcBef>
          <a:spcPct val="20000"/>
        </a:spcBef>
        <a:spcAft>
          <a:spcPct val="0"/>
        </a:spcAft>
        <a:buChar char="»"/>
        <a:defRPr sz="2400">
          <a:solidFill>
            <a:schemeClr val="tx1"/>
          </a:solidFill>
          <a:latin typeface="+mn-lt"/>
        </a:defRPr>
      </a:lvl7pPr>
      <a:lvl8pPr marL="3429000" indent="-228600" algn="l" rtl="0" fontAlgn="base">
        <a:spcBef>
          <a:spcPct val="20000"/>
        </a:spcBef>
        <a:spcAft>
          <a:spcPct val="0"/>
        </a:spcAft>
        <a:buChar char="»"/>
        <a:defRPr sz="2400">
          <a:solidFill>
            <a:schemeClr val="tx1"/>
          </a:solidFill>
          <a:latin typeface="+mn-lt"/>
        </a:defRPr>
      </a:lvl8pPr>
      <a:lvl9pPr marL="3886200" indent="-228600" algn="l" rtl="0" fontAlgn="base">
        <a:spcBef>
          <a:spcPct val="20000"/>
        </a:spcBef>
        <a:spcAft>
          <a:spcPct val="0"/>
        </a:spcAft>
        <a:buChar char="»"/>
        <a:defRPr sz="24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0.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9.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9.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32.emf"/><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9.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3" Type="http://schemas.openxmlformats.org/officeDocument/2006/relationships/image" Target="../media/image33.emf"/><Relationship Id="rId2" Type="http://schemas.openxmlformats.org/officeDocument/2006/relationships/notesSlide" Target="../notesSlides/notesSlide31.xml"/><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4.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0"/>
          </p:nvPr>
        </p:nvSpPr>
        <p:spPr/>
        <p:txBody>
          <a:bodyPr/>
          <a:lstStyle/>
          <a:p>
            <a:pPr>
              <a:defRPr/>
            </a:pPr>
            <a:fld id="{CABCAE2A-3771-4BE5-9C85-74C66AABFB75}" type="slidenum">
              <a:rPr lang="en-US" smtClean="0">
                <a:solidFill>
                  <a:srgbClr val="FFFFFF"/>
                </a:solidFill>
              </a:rPr>
              <a:pPr>
                <a:defRPr/>
              </a:pPr>
              <a:t>1</a:t>
            </a:fld>
            <a:endParaRPr lang="en-US" dirty="0">
              <a:solidFill>
                <a:srgbClr val="FFFFFF"/>
              </a:solidFill>
            </a:endParaRPr>
          </a:p>
        </p:txBody>
      </p:sp>
      <p:sp>
        <p:nvSpPr>
          <p:cNvPr id="8" name="Text Placeholder 7"/>
          <p:cNvSpPr>
            <a:spLocks noGrp="1"/>
          </p:cNvSpPr>
          <p:nvPr>
            <p:ph sz="quarter" idx="12"/>
          </p:nvPr>
        </p:nvSpPr>
        <p:spPr>
          <a:xfrm>
            <a:off x="5759458" y="2781300"/>
            <a:ext cx="2806683" cy="2019300"/>
          </a:xfrm>
        </p:spPr>
        <p:txBody>
          <a:bodyPr anchor="ctr">
            <a:normAutofit/>
          </a:bodyPr>
          <a:lstStyle/>
          <a:p>
            <a:pPr algn="ctr">
              <a:defRPr/>
            </a:pPr>
            <a:r>
              <a:rPr lang="en-US" sz="3500" dirty="0">
                <a:latin typeface="+mj-lt"/>
              </a:rPr>
              <a:t>Ten Principles  of Economics</a:t>
            </a:r>
          </a:p>
        </p:txBody>
      </p:sp>
      <p:sp>
        <p:nvSpPr>
          <p:cNvPr id="9" name="Content Placeholder 8"/>
          <p:cNvSpPr>
            <a:spLocks noGrp="1"/>
          </p:cNvSpPr>
          <p:nvPr>
            <p:ph sz="quarter" idx="4294967295"/>
          </p:nvPr>
        </p:nvSpPr>
        <p:spPr>
          <a:xfrm>
            <a:off x="5759459" y="948690"/>
            <a:ext cx="2806682" cy="2019300"/>
          </a:xfrm>
          <a:blipFill>
            <a:blip r:embed="rId3"/>
            <a:stretch>
              <a:fillRect/>
            </a:stretch>
          </a:blipFill>
        </p:spPr>
        <p:txBody>
          <a:bodyPr>
            <a:normAutofit lnSpcReduction="10000"/>
          </a:bodyPr>
          <a:lstStyle/>
          <a:p>
            <a:pPr algn="ctr"/>
            <a:r>
              <a:rPr lang="en-US" dirty="0">
                <a:solidFill>
                  <a:srgbClr val="84CEF4"/>
                </a:solidFill>
              </a:rPr>
              <a:t>Chapter</a:t>
            </a:r>
            <a:r>
              <a:rPr lang="en-US" sz="3600" dirty="0">
                <a:solidFill>
                  <a:srgbClr val="84CEF4"/>
                </a:solidFill>
              </a:rPr>
              <a:t> </a:t>
            </a:r>
          </a:p>
          <a:p>
            <a:pPr algn="ctr"/>
            <a:r>
              <a:rPr lang="en-US" sz="8000" dirty="0">
                <a:solidFill>
                  <a:schemeClr val="bg1"/>
                </a:solidFill>
              </a:rPr>
              <a:t>1</a:t>
            </a:r>
          </a:p>
        </p:txBody>
      </p:sp>
      <p:sp>
        <p:nvSpPr>
          <p:cNvPr id="12" name="Footer Placeholder 2"/>
          <p:cNvSpPr>
            <a:spLocks noGrp="1"/>
          </p:cNvSpPr>
          <p:nvPr>
            <p:ph type="ftr" sz="quarter" idx="4294967295"/>
          </p:nvPr>
        </p:nvSpPr>
        <p:spPr>
          <a:xfrm>
            <a:off x="0" y="6400800"/>
            <a:ext cx="8686800" cy="457200"/>
          </a:xfrm>
          <a:prstGeom prst="rect">
            <a:avLst/>
          </a:prstGeom>
          <a:noFill/>
        </p:spPr>
        <p:txBody>
          <a:bodyPr vert="horz" lIns="91440" tIns="45720" rIns="91440" bIns="45720" rtlCol="0" anchor="ctr"/>
          <a:lstStyle>
            <a:lvl1pPr algn="l">
              <a:buNone/>
              <a:defRPr sz="900">
                <a:solidFill>
                  <a:schemeClr val="tx1"/>
                </a:solidFill>
                <a:cs typeface="Arial" pitchFamily="34" charset="0"/>
              </a:defRPr>
            </a:lvl1pPr>
          </a:lstStyle>
          <a:p>
            <a:pPr fontAlgn="base">
              <a:spcAft>
                <a:spcPct val="0"/>
              </a:spcAft>
              <a:defRPr/>
            </a:pPr>
            <a:r>
              <a:rPr lang="en-US" dirty="0"/>
              <a:t>Mankiw, </a:t>
            </a:r>
            <a:r>
              <a:rPr lang="en-US" i="1" dirty="0"/>
              <a:t>Principles of Economics</a:t>
            </a:r>
            <a:r>
              <a:rPr lang="en-US" dirty="0"/>
              <a:t>, 11th Edition. © 2027 Cengage. All Rights Reserved. May not be scanned, copied or duplicated, or posted to a publicly accessible website, in whole or in part.</a:t>
            </a:r>
          </a:p>
        </p:txBody>
      </p:sp>
      <p:sp>
        <p:nvSpPr>
          <p:cNvPr id="2" name="TextBox 1">
            <a:extLst>
              <a:ext uri="{FF2B5EF4-FFF2-40B4-BE49-F238E27FC236}">
                <a16:creationId xmlns:a16="http://schemas.microsoft.com/office/drawing/2014/main" id="{66FB50D3-56D8-31D7-4AC4-3C1AFD8571E7}"/>
              </a:ext>
            </a:extLst>
          </p:cNvPr>
          <p:cNvSpPr txBox="1">
            <a:spLocks noGrp="1" noRot="1" noMove="1" noResize="1" noEditPoints="1" noAdjustHandles="1" noChangeArrowheads="1" noChangeShapeType="1"/>
          </p:cNvSpPr>
          <p:nvPr/>
        </p:nvSpPr>
        <p:spPr>
          <a:xfrm>
            <a:off x="5562600" y="5105400"/>
            <a:ext cx="2959100" cy="803910"/>
          </a:xfrm>
          <a:prstGeom prst="rect">
            <a:avLst/>
          </a:prstGeom>
          <a:solidFill>
            <a:schemeClr val="bg1"/>
          </a:solidFill>
        </p:spPr>
        <p:txBody>
          <a:bodyPr wrap="square" rtlCol="0">
            <a:spAutoFit/>
          </a:bodyPr>
          <a:lstStyle/>
          <a:p>
            <a:endParaRPr lang="en-IN" dirty="0"/>
          </a:p>
        </p:txBody>
      </p:sp>
    </p:spTree>
    <p:extLst>
      <p:ext uri="{BB962C8B-B14F-4D97-AF65-F5344CB8AC3E}">
        <p14:creationId xmlns:p14="http://schemas.microsoft.com/office/powerpoint/2010/main" val="29623005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t>What kinds of questions does economics address?</a:t>
            </a:r>
          </a:p>
          <a:p>
            <a:r>
              <a:rPr lang="en-US" dirty="0"/>
              <a:t>What are the principles of how people make decisions? </a:t>
            </a:r>
          </a:p>
          <a:p>
            <a:r>
              <a:rPr lang="en-US" dirty="0"/>
              <a:t>What are the principles of how people interact?</a:t>
            </a:r>
          </a:p>
          <a:p>
            <a:r>
              <a:rPr lang="en-US" dirty="0"/>
              <a:t>What are the principles of how the economy as a whole works?</a:t>
            </a:r>
          </a:p>
        </p:txBody>
      </p:sp>
      <p:sp>
        <p:nvSpPr>
          <p:cNvPr id="3" name="Slide Number Placeholder 2"/>
          <p:cNvSpPr>
            <a:spLocks noGrp="1"/>
          </p:cNvSpPr>
          <p:nvPr>
            <p:ph type="sldNum" sz="quarter" idx="10"/>
          </p:nvPr>
        </p:nvSpPr>
        <p:spPr/>
        <p:txBody>
          <a:bodyPr/>
          <a:lstStyle/>
          <a:p>
            <a:pPr>
              <a:defRPr/>
            </a:pPr>
            <a:fld id="{073C29DC-2178-4274-9150-45F8EBD31C2D}" type="slidenum">
              <a:rPr lang="en-US" smtClean="0"/>
              <a:pPr>
                <a:defRPr/>
              </a:pPr>
              <a:t>2</a:t>
            </a:fld>
            <a:endParaRPr lang="en-US"/>
          </a:p>
        </p:txBody>
      </p:sp>
      <p:sp>
        <p:nvSpPr>
          <p:cNvPr id="5" name="Title 4"/>
          <p:cNvSpPr>
            <a:spLocks noGrp="1"/>
          </p:cNvSpPr>
          <p:nvPr>
            <p:ph type="title"/>
          </p:nvPr>
        </p:nvSpPr>
        <p:spPr>
          <a:xfrm>
            <a:off x="457200" y="101600"/>
            <a:ext cx="8424087" cy="889000"/>
          </a:xfrm>
        </p:spPr>
        <p:txBody>
          <a:bodyPr/>
          <a:lstStyle/>
          <a:p>
            <a:r>
              <a:rPr lang="en-US" dirty="0"/>
              <a:t>IN THIS CHAPTER</a:t>
            </a:r>
          </a:p>
        </p:txBody>
      </p:sp>
      <p:sp>
        <p:nvSpPr>
          <p:cNvPr id="6" name="Footer Placeholder 2"/>
          <p:cNvSpPr>
            <a:spLocks noGrp="1"/>
          </p:cNvSpPr>
          <p:nvPr>
            <p:ph type="ftr" sz="quarter" idx="3"/>
          </p:nvPr>
        </p:nvSpPr>
        <p:spPr>
          <a:xfrm>
            <a:off x="0" y="6400800"/>
            <a:ext cx="8686800" cy="457200"/>
          </a:xfrm>
          <a:prstGeom prst="rect">
            <a:avLst/>
          </a:prstGeom>
          <a:noFill/>
        </p:spPr>
        <p:txBody>
          <a:bodyPr vert="horz" lIns="91440" tIns="45720" rIns="91440" bIns="45720" rtlCol="0" anchor="ctr"/>
          <a:lstStyle>
            <a:lvl1pPr algn="l">
              <a:buNone/>
              <a:defRPr sz="900">
                <a:solidFill>
                  <a:schemeClr val="tx1"/>
                </a:solidFill>
                <a:cs typeface="Arial" pitchFamily="34" charset="0"/>
              </a:defRPr>
            </a:lvl1pPr>
          </a:lstStyle>
          <a:p>
            <a:pPr fontAlgn="base">
              <a:spcAft>
                <a:spcPct val="0"/>
              </a:spcAft>
              <a:defRPr/>
            </a:pPr>
            <a:r>
              <a:rPr lang="en-US" dirty="0"/>
              <a:t>Mankiw, </a:t>
            </a:r>
            <a:r>
              <a:rPr lang="en-US" i="1" dirty="0"/>
              <a:t>Principles of Economics</a:t>
            </a:r>
            <a:r>
              <a:rPr lang="en-US" dirty="0"/>
              <a:t>, 11th Edition. © 2027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1436528183"/>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a:spLocks noGrp="1"/>
          </p:cNvSpPr>
          <p:nvPr>
            <p:ph type="title"/>
          </p:nvPr>
        </p:nvSpPr>
        <p:spPr/>
        <p:txBody>
          <a:bodyPr wrap="square" anchor="ctr"/>
          <a:lstStyle/>
          <a:p>
            <a:pPr eaLnBrk="1" hangingPunct="1"/>
            <a:r>
              <a:rPr lang="en-US" altLang="en-US" dirty="0"/>
              <a:t>Ten Principles of Economics</a:t>
            </a:r>
          </a:p>
        </p:txBody>
      </p:sp>
      <p:sp>
        <p:nvSpPr>
          <p:cNvPr id="14339" name="Content Placeholder 2"/>
          <p:cNvSpPr>
            <a:spLocks noGrp="1"/>
          </p:cNvSpPr>
          <p:nvPr>
            <p:ph idx="1"/>
          </p:nvPr>
        </p:nvSpPr>
        <p:spPr/>
        <p:txBody>
          <a:bodyPr/>
          <a:lstStyle/>
          <a:p>
            <a:pPr marL="0" indent="0" eaLnBrk="1" hangingPunct="1">
              <a:buNone/>
            </a:pPr>
            <a:r>
              <a:rPr lang="en-US" altLang="en-US" dirty="0">
                <a:solidFill>
                  <a:srgbClr val="C00000"/>
                </a:solidFill>
              </a:rPr>
              <a:t>Resources are scarce</a:t>
            </a:r>
          </a:p>
          <a:p>
            <a:pPr eaLnBrk="1" hangingPunct="1"/>
            <a:r>
              <a:rPr lang="en-US" altLang="en-US" dirty="0"/>
              <a:t>Scarcity: </a:t>
            </a:r>
            <a:r>
              <a:rPr lang="en-US" altLang="en-US" sz="3200" dirty="0">
                <a:solidFill>
                  <a:schemeClr val="tx2"/>
                </a:solidFill>
              </a:rPr>
              <a:t>the limited nature of society’s resources</a:t>
            </a:r>
          </a:p>
          <a:p>
            <a:pPr lvl="1"/>
            <a:r>
              <a:rPr lang="en-US" altLang="en-US" sz="2800" dirty="0"/>
              <a:t>Society has limited resources and, therefore, cannot produce all the goods and services people want</a:t>
            </a:r>
          </a:p>
          <a:p>
            <a:pPr eaLnBrk="1" hangingPunct="1"/>
            <a:r>
              <a:rPr lang="en-US" altLang="en-US" dirty="0"/>
              <a:t>Economics</a:t>
            </a:r>
            <a:endParaRPr lang="en-US" altLang="en-US" sz="3200" dirty="0"/>
          </a:p>
          <a:p>
            <a:pPr lvl="1" eaLnBrk="1" hangingPunct="1"/>
            <a:r>
              <a:rPr lang="en-US" altLang="en-US" dirty="0"/>
              <a:t>The study of how society manages its scarce resources</a:t>
            </a:r>
          </a:p>
        </p:txBody>
      </p:sp>
      <p:sp>
        <p:nvSpPr>
          <p:cNvPr id="14341" name="Slide Number Placeholder 1"/>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Lst>
        </p:spPr>
        <p:txBody>
          <a:bodyPr/>
          <a:lstStyle>
            <a:lvl1pPr algn="l" eaLnBrk="0" hangingPunct="0">
              <a:defRPr sz="3400">
                <a:solidFill>
                  <a:srgbClr val="005EA4"/>
                </a:solidFill>
                <a:latin typeface="Arial" pitchFamily="34" charset="0"/>
              </a:defRPr>
            </a:lvl1pPr>
            <a:lvl2pPr marL="742950" indent="-285750" algn="l" eaLnBrk="0" hangingPunct="0">
              <a:buFont typeface="Arial" pitchFamily="34" charset="0"/>
              <a:buChar char="–"/>
              <a:defRPr sz="3200">
                <a:solidFill>
                  <a:schemeClr val="tx1"/>
                </a:solidFill>
                <a:latin typeface="Arial" pitchFamily="34" charset="0"/>
              </a:defRPr>
            </a:lvl2pPr>
            <a:lvl3pPr marL="1143000" indent="-228600" algn="l" eaLnBrk="0" hangingPunct="0">
              <a:buSzPct val="90000"/>
              <a:defRPr sz="2800">
                <a:solidFill>
                  <a:schemeClr val="tx1"/>
                </a:solidFill>
                <a:latin typeface="Arial" pitchFamily="34" charset="0"/>
              </a:defRPr>
            </a:lvl3pPr>
            <a:lvl4pPr marL="1600200" indent="-228600" algn="l" eaLnBrk="0" hangingPunct="0">
              <a:buChar char="–"/>
              <a:defRPr sz="2400">
                <a:solidFill>
                  <a:schemeClr val="tx1"/>
                </a:solidFill>
                <a:latin typeface="Arial" pitchFamily="34" charset="0"/>
              </a:defRPr>
            </a:lvl4pPr>
            <a:lvl5pPr marL="2057400" indent="-228600" algn="l" eaLnBrk="0" hangingPunct="0">
              <a:buChar char="»"/>
              <a:defRPr sz="2000">
                <a:solidFill>
                  <a:schemeClr val="tx1"/>
                </a:solidFill>
                <a:latin typeface="Arial" pitchFamily="34" charset="0"/>
              </a:defRPr>
            </a:lvl5pPr>
            <a:lvl6pPr marL="2514600" indent="-228600" eaLnBrk="0" fontAlgn="base" hangingPunct="0">
              <a:spcBef>
                <a:spcPct val="20000"/>
              </a:spcBef>
              <a:spcAft>
                <a:spcPct val="0"/>
              </a:spcAft>
              <a:buChar char="»"/>
              <a:defRPr sz="2000">
                <a:solidFill>
                  <a:schemeClr val="tx1"/>
                </a:solidFill>
                <a:latin typeface="Arial" pitchFamily="34" charset="0"/>
              </a:defRPr>
            </a:lvl6pPr>
            <a:lvl7pPr marL="2971800" indent="-228600" eaLnBrk="0" fontAlgn="base" hangingPunct="0">
              <a:spcBef>
                <a:spcPct val="20000"/>
              </a:spcBef>
              <a:spcAft>
                <a:spcPct val="0"/>
              </a:spcAft>
              <a:buChar char="»"/>
              <a:defRPr sz="2000">
                <a:solidFill>
                  <a:schemeClr val="tx1"/>
                </a:solidFill>
                <a:latin typeface="Arial" pitchFamily="34" charset="0"/>
              </a:defRPr>
            </a:lvl7pPr>
            <a:lvl8pPr marL="3429000" indent="-228600" eaLnBrk="0" fontAlgn="base" hangingPunct="0">
              <a:spcBef>
                <a:spcPct val="20000"/>
              </a:spcBef>
              <a:spcAft>
                <a:spcPct val="0"/>
              </a:spcAft>
              <a:buChar char="»"/>
              <a:defRPr sz="2000">
                <a:solidFill>
                  <a:schemeClr val="tx1"/>
                </a:solidFill>
                <a:latin typeface="Arial" pitchFamily="34" charset="0"/>
              </a:defRPr>
            </a:lvl8pPr>
            <a:lvl9pPr marL="3886200" indent="-228600" eaLnBrk="0" fontAlgn="base" hangingPunct="0">
              <a:spcBef>
                <a:spcPct val="20000"/>
              </a:spcBef>
              <a:spcAft>
                <a:spcPct val="0"/>
              </a:spcAft>
              <a:buChar char="»"/>
              <a:defRPr sz="2000">
                <a:solidFill>
                  <a:schemeClr val="tx1"/>
                </a:solidFill>
                <a:latin typeface="Arial" pitchFamily="34" charset="0"/>
              </a:defRPr>
            </a:lvl9pPr>
          </a:lstStyle>
          <a:p>
            <a:pPr algn="ctr" eaLnBrk="1" hangingPunct="1"/>
            <a:fld id="{17BCA5F9-B099-43C5-B92C-ED3A97046A4A}" type="slidenum">
              <a:rPr lang="en-US" altLang="en-US" sz="1200" smtClean="0">
                <a:solidFill>
                  <a:srgbClr val="002060"/>
                </a:solidFill>
              </a:rPr>
              <a:pPr algn="ctr" eaLnBrk="1" hangingPunct="1"/>
              <a:t>3</a:t>
            </a:fld>
            <a:endParaRPr lang="en-US" altLang="en-US" sz="1200">
              <a:solidFill>
                <a:srgbClr val="002060"/>
              </a:solidFill>
            </a:endParaRPr>
          </a:p>
        </p:txBody>
      </p:sp>
      <p:sp>
        <p:nvSpPr>
          <p:cNvPr id="6" name="Footer Placeholder 2"/>
          <p:cNvSpPr>
            <a:spLocks noGrp="1"/>
          </p:cNvSpPr>
          <p:nvPr>
            <p:ph type="ftr" sz="quarter" idx="4294967295"/>
          </p:nvPr>
        </p:nvSpPr>
        <p:spPr>
          <a:xfrm>
            <a:off x="0" y="6400800"/>
            <a:ext cx="8686800" cy="457200"/>
          </a:xfrm>
          <a:prstGeom prst="rect">
            <a:avLst/>
          </a:prstGeom>
          <a:noFill/>
        </p:spPr>
        <p:txBody>
          <a:bodyPr vert="horz" lIns="91440" tIns="45720" rIns="91440" bIns="45720" rtlCol="0" anchor="ctr"/>
          <a:lstStyle>
            <a:lvl1pPr algn="l">
              <a:buNone/>
              <a:defRPr sz="900">
                <a:solidFill>
                  <a:schemeClr val="tx1"/>
                </a:solidFill>
                <a:cs typeface="Arial" pitchFamily="34" charset="0"/>
              </a:defRPr>
            </a:lvl1pPr>
          </a:lstStyle>
          <a:p>
            <a:pPr fontAlgn="base">
              <a:spcAft>
                <a:spcPct val="0"/>
              </a:spcAft>
              <a:defRPr/>
            </a:pPr>
            <a:r>
              <a:rPr lang="en-US" dirty="0"/>
              <a:t>Mankiw, </a:t>
            </a:r>
            <a:r>
              <a:rPr lang="en-US" i="1" dirty="0"/>
              <a:t>Principles of Economics</a:t>
            </a:r>
            <a:r>
              <a:rPr lang="en-US" dirty="0"/>
              <a:t>, 11th Edition. © 2027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36571742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p:cNvSpPr>
          <p:nvPr>
            <p:ph type="title"/>
          </p:nvPr>
        </p:nvSpPr>
        <p:spPr/>
        <p:txBody>
          <a:bodyPr wrap="square" anchor="ctr"/>
          <a:lstStyle/>
          <a:p>
            <a:pPr eaLnBrk="1" hangingPunct="1"/>
            <a:r>
              <a:rPr lang="en-US" altLang="en-US" dirty="0"/>
              <a:t>Ten Principles of Economics</a:t>
            </a:r>
          </a:p>
        </p:txBody>
      </p:sp>
      <p:sp>
        <p:nvSpPr>
          <p:cNvPr id="15363" name="Content Placeholder 2"/>
          <p:cNvSpPr>
            <a:spLocks noGrp="1"/>
          </p:cNvSpPr>
          <p:nvPr>
            <p:ph idx="1"/>
          </p:nvPr>
        </p:nvSpPr>
        <p:spPr>
          <a:xfrm>
            <a:off x="277813" y="984126"/>
            <a:ext cx="8588375" cy="5464299"/>
          </a:xfrm>
        </p:spPr>
        <p:txBody>
          <a:bodyPr/>
          <a:lstStyle/>
          <a:p>
            <a:pPr eaLnBrk="1" hangingPunct="1"/>
            <a:r>
              <a:rPr lang="en-US" altLang="en-US" dirty="0"/>
              <a:t>Economists examine:</a:t>
            </a:r>
          </a:p>
          <a:p>
            <a:pPr lvl="1" eaLnBrk="1" hangingPunct="1"/>
            <a:r>
              <a:rPr lang="en-US" altLang="en-US" dirty="0"/>
              <a:t>How people decide how much they work, what they buy, how much they save, how they invest their savings </a:t>
            </a:r>
          </a:p>
          <a:p>
            <a:pPr lvl="1" eaLnBrk="1" hangingPunct="1"/>
            <a:r>
              <a:rPr lang="en-US" altLang="en-US" dirty="0"/>
              <a:t>How firms decide how much to produce and how many workers to hire</a:t>
            </a:r>
          </a:p>
          <a:p>
            <a:pPr lvl="1" eaLnBrk="1" hangingPunct="1"/>
            <a:r>
              <a:rPr lang="en-US" altLang="en-US" dirty="0"/>
              <a:t>Forces and trends that affect the overall economy: growth in average income, unemployment, rate at which prices are rising</a:t>
            </a:r>
          </a:p>
        </p:txBody>
      </p:sp>
      <p:sp>
        <p:nvSpPr>
          <p:cNvPr id="15365" name="Slide Number Placeholder 1"/>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Lst>
        </p:spPr>
        <p:txBody>
          <a:bodyPr/>
          <a:lstStyle>
            <a:lvl1pPr algn="l" eaLnBrk="0" hangingPunct="0">
              <a:defRPr sz="3400">
                <a:solidFill>
                  <a:srgbClr val="005EA4"/>
                </a:solidFill>
                <a:latin typeface="Arial" pitchFamily="34" charset="0"/>
              </a:defRPr>
            </a:lvl1pPr>
            <a:lvl2pPr marL="742950" indent="-285750" algn="l" eaLnBrk="0" hangingPunct="0">
              <a:buFont typeface="Arial" pitchFamily="34" charset="0"/>
              <a:buChar char="–"/>
              <a:defRPr sz="3200">
                <a:solidFill>
                  <a:schemeClr val="tx1"/>
                </a:solidFill>
                <a:latin typeface="Arial" pitchFamily="34" charset="0"/>
              </a:defRPr>
            </a:lvl2pPr>
            <a:lvl3pPr marL="1143000" indent="-228600" algn="l" eaLnBrk="0" hangingPunct="0">
              <a:buSzPct val="90000"/>
              <a:defRPr sz="2800">
                <a:solidFill>
                  <a:schemeClr val="tx1"/>
                </a:solidFill>
                <a:latin typeface="Arial" pitchFamily="34" charset="0"/>
              </a:defRPr>
            </a:lvl3pPr>
            <a:lvl4pPr marL="1600200" indent="-228600" algn="l" eaLnBrk="0" hangingPunct="0">
              <a:buChar char="–"/>
              <a:defRPr sz="2400">
                <a:solidFill>
                  <a:schemeClr val="tx1"/>
                </a:solidFill>
                <a:latin typeface="Arial" pitchFamily="34" charset="0"/>
              </a:defRPr>
            </a:lvl4pPr>
            <a:lvl5pPr marL="2057400" indent="-228600" algn="l" eaLnBrk="0" hangingPunct="0">
              <a:buChar char="»"/>
              <a:defRPr sz="2000">
                <a:solidFill>
                  <a:schemeClr val="tx1"/>
                </a:solidFill>
                <a:latin typeface="Arial" pitchFamily="34" charset="0"/>
              </a:defRPr>
            </a:lvl5pPr>
            <a:lvl6pPr marL="2514600" indent="-228600" eaLnBrk="0" fontAlgn="base" hangingPunct="0">
              <a:spcBef>
                <a:spcPct val="20000"/>
              </a:spcBef>
              <a:spcAft>
                <a:spcPct val="0"/>
              </a:spcAft>
              <a:buChar char="»"/>
              <a:defRPr sz="2000">
                <a:solidFill>
                  <a:schemeClr val="tx1"/>
                </a:solidFill>
                <a:latin typeface="Arial" pitchFamily="34" charset="0"/>
              </a:defRPr>
            </a:lvl6pPr>
            <a:lvl7pPr marL="2971800" indent="-228600" eaLnBrk="0" fontAlgn="base" hangingPunct="0">
              <a:spcBef>
                <a:spcPct val="20000"/>
              </a:spcBef>
              <a:spcAft>
                <a:spcPct val="0"/>
              </a:spcAft>
              <a:buChar char="»"/>
              <a:defRPr sz="2000">
                <a:solidFill>
                  <a:schemeClr val="tx1"/>
                </a:solidFill>
                <a:latin typeface="Arial" pitchFamily="34" charset="0"/>
              </a:defRPr>
            </a:lvl7pPr>
            <a:lvl8pPr marL="3429000" indent="-228600" eaLnBrk="0" fontAlgn="base" hangingPunct="0">
              <a:spcBef>
                <a:spcPct val="20000"/>
              </a:spcBef>
              <a:spcAft>
                <a:spcPct val="0"/>
              </a:spcAft>
              <a:buChar char="»"/>
              <a:defRPr sz="2000">
                <a:solidFill>
                  <a:schemeClr val="tx1"/>
                </a:solidFill>
                <a:latin typeface="Arial" pitchFamily="34" charset="0"/>
              </a:defRPr>
            </a:lvl8pPr>
            <a:lvl9pPr marL="3886200" indent="-228600" eaLnBrk="0" fontAlgn="base" hangingPunct="0">
              <a:spcBef>
                <a:spcPct val="20000"/>
              </a:spcBef>
              <a:spcAft>
                <a:spcPct val="0"/>
              </a:spcAft>
              <a:buChar char="»"/>
              <a:defRPr sz="2000">
                <a:solidFill>
                  <a:schemeClr val="tx1"/>
                </a:solidFill>
                <a:latin typeface="Arial" pitchFamily="34" charset="0"/>
              </a:defRPr>
            </a:lvl9pPr>
          </a:lstStyle>
          <a:p>
            <a:pPr algn="ctr" eaLnBrk="1" hangingPunct="1"/>
            <a:fld id="{013A710A-9E5E-47A7-9972-91E080D99839}" type="slidenum">
              <a:rPr lang="en-US" altLang="en-US" sz="1200" smtClean="0">
                <a:solidFill>
                  <a:srgbClr val="002060"/>
                </a:solidFill>
              </a:rPr>
              <a:pPr algn="ctr" eaLnBrk="1" hangingPunct="1"/>
              <a:t>4</a:t>
            </a:fld>
            <a:endParaRPr lang="en-US" altLang="en-US" sz="1200">
              <a:solidFill>
                <a:srgbClr val="002060"/>
              </a:solidFill>
            </a:endParaRPr>
          </a:p>
        </p:txBody>
      </p:sp>
      <p:sp>
        <p:nvSpPr>
          <p:cNvPr id="6" name="Footer Placeholder 2"/>
          <p:cNvSpPr>
            <a:spLocks noGrp="1"/>
          </p:cNvSpPr>
          <p:nvPr>
            <p:ph type="ftr" sz="quarter" idx="4294967295"/>
          </p:nvPr>
        </p:nvSpPr>
        <p:spPr>
          <a:xfrm>
            <a:off x="0" y="6400800"/>
            <a:ext cx="8686800" cy="457200"/>
          </a:xfrm>
          <a:prstGeom prst="rect">
            <a:avLst/>
          </a:prstGeom>
          <a:noFill/>
        </p:spPr>
        <p:txBody>
          <a:bodyPr vert="horz" lIns="91440" tIns="45720" rIns="91440" bIns="45720" rtlCol="0" anchor="ctr"/>
          <a:lstStyle>
            <a:lvl1pPr algn="l">
              <a:buNone/>
              <a:defRPr sz="900">
                <a:solidFill>
                  <a:schemeClr val="tx1"/>
                </a:solidFill>
                <a:cs typeface="Arial" pitchFamily="34" charset="0"/>
              </a:defRPr>
            </a:lvl1pPr>
          </a:lstStyle>
          <a:p>
            <a:pPr fontAlgn="base">
              <a:spcAft>
                <a:spcPct val="0"/>
              </a:spcAft>
              <a:defRPr/>
            </a:pPr>
            <a:r>
              <a:rPr lang="en-US" dirty="0"/>
              <a:t>Mankiw, </a:t>
            </a:r>
            <a:r>
              <a:rPr lang="en-US" i="1" dirty="0"/>
              <a:t>Principles of Economics</a:t>
            </a:r>
            <a:r>
              <a:rPr lang="en-US" dirty="0"/>
              <a:t>, 11th Edition. © 2027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142032973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p:cNvSpPr>
            <a:spLocks noGrp="1"/>
          </p:cNvSpPr>
          <p:nvPr>
            <p:ph type="title"/>
          </p:nvPr>
        </p:nvSpPr>
        <p:spPr/>
        <p:txBody>
          <a:bodyPr wrap="square" anchor="ctr"/>
          <a:lstStyle/>
          <a:p>
            <a:pPr eaLnBrk="1" hangingPunct="1"/>
            <a:r>
              <a:rPr lang="en-US" altLang="en-US" dirty="0"/>
              <a:t>How People Make Decisions</a:t>
            </a:r>
          </a:p>
        </p:txBody>
      </p:sp>
      <p:sp>
        <p:nvSpPr>
          <p:cNvPr id="16387" name="Content Placeholder 2"/>
          <p:cNvSpPr>
            <a:spLocks noGrp="1"/>
          </p:cNvSpPr>
          <p:nvPr>
            <p:ph idx="1"/>
          </p:nvPr>
        </p:nvSpPr>
        <p:spPr/>
        <p:txBody>
          <a:bodyPr/>
          <a:lstStyle/>
          <a:p>
            <a:pPr marL="57150" indent="0">
              <a:buNone/>
            </a:pPr>
            <a:endParaRPr lang="en-US" altLang="en-US" dirty="0">
              <a:solidFill>
                <a:srgbClr val="AE1221"/>
              </a:solidFill>
            </a:endParaRPr>
          </a:p>
          <a:p>
            <a:pPr marL="57150" indent="0">
              <a:buNone/>
            </a:pPr>
            <a:r>
              <a:rPr lang="en-US" altLang="en-US" dirty="0">
                <a:solidFill>
                  <a:srgbClr val="AE1221"/>
                </a:solidFill>
              </a:rPr>
              <a:t>Principle 1: </a:t>
            </a:r>
            <a:r>
              <a:rPr lang="en-US" altLang="en-US" dirty="0">
                <a:solidFill>
                  <a:schemeClr val="tx1"/>
                </a:solidFill>
              </a:rPr>
              <a:t>People face trade-offs.</a:t>
            </a:r>
          </a:p>
          <a:p>
            <a:pPr marL="57150" indent="0">
              <a:buNone/>
            </a:pPr>
            <a:r>
              <a:rPr lang="en-US" altLang="en-US" dirty="0">
                <a:solidFill>
                  <a:srgbClr val="AE1221"/>
                </a:solidFill>
              </a:rPr>
              <a:t>Principle 2: </a:t>
            </a:r>
            <a:r>
              <a:rPr lang="en-US" altLang="en-US" dirty="0">
                <a:solidFill>
                  <a:schemeClr val="tx1"/>
                </a:solidFill>
              </a:rPr>
              <a:t>The cost of something is what you give up to get it.</a:t>
            </a:r>
          </a:p>
          <a:p>
            <a:pPr marL="57150" indent="0">
              <a:buNone/>
            </a:pPr>
            <a:r>
              <a:rPr lang="en-US" altLang="en-US" dirty="0">
                <a:solidFill>
                  <a:srgbClr val="AE1221"/>
                </a:solidFill>
              </a:rPr>
              <a:t>Principle 3: </a:t>
            </a:r>
            <a:r>
              <a:rPr lang="en-US" altLang="en-US" dirty="0">
                <a:solidFill>
                  <a:schemeClr val="tx1"/>
                </a:solidFill>
              </a:rPr>
              <a:t>Rational people think at the margin.</a:t>
            </a:r>
          </a:p>
          <a:p>
            <a:pPr marL="57150" indent="0">
              <a:buNone/>
            </a:pPr>
            <a:r>
              <a:rPr lang="en-US" altLang="en-US" dirty="0">
                <a:solidFill>
                  <a:srgbClr val="AE1221"/>
                </a:solidFill>
              </a:rPr>
              <a:t>Principle 4: </a:t>
            </a:r>
            <a:r>
              <a:rPr lang="en-US" altLang="en-US" dirty="0">
                <a:solidFill>
                  <a:schemeClr val="tx1"/>
                </a:solidFill>
              </a:rPr>
              <a:t>People respond to incentives.</a:t>
            </a:r>
          </a:p>
        </p:txBody>
      </p:sp>
      <p:sp>
        <p:nvSpPr>
          <p:cNvPr id="16389" name="Slide Number Placeholder 1"/>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Lst>
        </p:spPr>
        <p:txBody>
          <a:bodyPr/>
          <a:lstStyle>
            <a:lvl1pPr algn="l" eaLnBrk="0" hangingPunct="0">
              <a:defRPr sz="3400">
                <a:solidFill>
                  <a:srgbClr val="005EA4"/>
                </a:solidFill>
                <a:latin typeface="Arial" pitchFamily="34" charset="0"/>
              </a:defRPr>
            </a:lvl1pPr>
            <a:lvl2pPr marL="742950" indent="-285750" algn="l" eaLnBrk="0" hangingPunct="0">
              <a:buFont typeface="Arial" pitchFamily="34" charset="0"/>
              <a:buChar char="–"/>
              <a:defRPr sz="3200">
                <a:solidFill>
                  <a:schemeClr val="tx1"/>
                </a:solidFill>
                <a:latin typeface="Arial" pitchFamily="34" charset="0"/>
              </a:defRPr>
            </a:lvl2pPr>
            <a:lvl3pPr marL="1143000" indent="-228600" algn="l" eaLnBrk="0" hangingPunct="0">
              <a:buSzPct val="90000"/>
              <a:defRPr sz="2800">
                <a:solidFill>
                  <a:schemeClr val="tx1"/>
                </a:solidFill>
                <a:latin typeface="Arial" pitchFamily="34" charset="0"/>
              </a:defRPr>
            </a:lvl3pPr>
            <a:lvl4pPr marL="1600200" indent="-228600" algn="l" eaLnBrk="0" hangingPunct="0">
              <a:buChar char="–"/>
              <a:defRPr sz="2400">
                <a:solidFill>
                  <a:schemeClr val="tx1"/>
                </a:solidFill>
                <a:latin typeface="Arial" pitchFamily="34" charset="0"/>
              </a:defRPr>
            </a:lvl4pPr>
            <a:lvl5pPr marL="2057400" indent="-228600" algn="l" eaLnBrk="0" hangingPunct="0">
              <a:buChar char="»"/>
              <a:defRPr sz="2000">
                <a:solidFill>
                  <a:schemeClr val="tx1"/>
                </a:solidFill>
                <a:latin typeface="Arial" pitchFamily="34" charset="0"/>
              </a:defRPr>
            </a:lvl5pPr>
            <a:lvl6pPr marL="2514600" indent="-228600" eaLnBrk="0" fontAlgn="base" hangingPunct="0">
              <a:spcBef>
                <a:spcPct val="20000"/>
              </a:spcBef>
              <a:spcAft>
                <a:spcPct val="0"/>
              </a:spcAft>
              <a:buChar char="»"/>
              <a:defRPr sz="2000">
                <a:solidFill>
                  <a:schemeClr val="tx1"/>
                </a:solidFill>
                <a:latin typeface="Arial" pitchFamily="34" charset="0"/>
              </a:defRPr>
            </a:lvl6pPr>
            <a:lvl7pPr marL="2971800" indent="-228600" eaLnBrk="0" fontAlgn="base" hangingPunct="0">
              <a:spcBef>
                <a:spcPct val="20000"/>
              </a:spcBef>
              <a:spcAft>
                <a:spcPct val="0"/>
              </a:spcAft>
              <a:buChar char="»"/>
              <a:defRPr sz="2000">
                <a:solidFill>
                  <a:schemeClr val="tx1"/>
                </a:solidFill>
                <a:latin typeface="Arial" pitchFamily="34" charset="0"/>
              </a:defRPr>
            </a:lvl7pPr>
            <a:lvl8pPr marL="3429000" indent="-228600" eaLnBrk="0" fontAlgn="base" hangingPunct="0">
              <a:spcBef>
                <a:spcPct val="20000"/>
              </a:spcBef>
              <a:spcAft>
                <a:spcPct val="0"/>
              </a:spcAft>
              <a:buChar char="»"/>
              <a:defRPr sz="2000">
                <a:solidFill>
                  <a:schemeClr val="tx1"/>
                </a:solidFill>
                <a:latin typeface="Arial" pitchFamily="34" charset="0"/>
              </a:defRPr>
            </a:lvl8pPr>
            <a:lvl9pPr marL="3886200" indent="-228600" eaLnBrk="0" fontAlgn="base" hangingPunct="0">
              <a:spcBef>
                <a:spcPct val="20000"/>
              </a:spcBef>
              <a:spcAft>
                <a:spcPct val="0"/>
              </a:spcAft>
              <a:buChar char="»"/>
              <a:defRPr sz="2000">
                <a:solidFill>
                  <a:schemeClr val="tx1"/>
                </a:solidFill>
                <a:latin typeface="Arial" pitchFamily="34" charset="0"/>
              </a:defRPr>
            </a:lvl9pPr>
          </a:lstStyle>
          <a:p>
            <a:pPr algn="ctr" eaLnBrk="1" hangingPunct="1"/>
            <a:fld id="{1AB23D93-402D-4923-B421-446B13E82257}" type="slidenum">
              <a:rPr lang="en-US" altLang="en-US" sz="1200" smtClean="0">
                <a:solidFill>
                  <a:srgbClr val="002060"/>
                </a:solidFill>
              </a:rPr>
              <a:pPr algn="ctr" eaLnBrk="1" hangingPunct="1"/>
              <a:t>5</a:t>
            </a:fld>
            <a:endParaRPr lang="en-US" altLang="en-US" sz="1200">
              <a:solidFill>
                <a:srgbClr val="002060"/>
              </a:solidFill>
            </a:endParaRPr>
          </a:p>
        </p:txBody>
      </p:sp>
      <p:sp>
        <p:nvSpPr>
          <p:cNvPr id="6" name="Footer Placeholder 2"/>
          <p:cNvSpPr>
            <a:spLocks noGrp="1"/>
          </p:cNvSpPr>
          <p:nvPr>
            <p:ph type="ftr" sz="quarter" idx="4294967295"/>
          </p:nvPr>
        </p:nvSpPr>
        <p:spPr>
          <a:xfrm>
            <a:off x="0" y="6400800"/>
            <a:ext cx="8686800" cy="457200"/>
          </a:xfrm>
          <a:prstGeom prst="rect">
            <a:avLst/>
          </a:prstGeom>
          <a:noFill/>
        </p:spPr>
        <p:txBody>
          <a:bodyPr vert="horz" lIns="91440" tIns="45720" rIns="91440" bIns="45720" rtlCol="0" anchor="ctr"/>
          <a:lstStyle>
            <a:lvl1pPr algn="l">
              <a:buNone/>
              <a:defRPr sz="900">
                <a:solidFill>
                  <a:schemeClr val="tx1"/>
                </a:solidFill>
                <a:cs typeface="Arial" pitchFamily="34" charset="0"/>
              </a:defRPr>
            </a:lvl1pPr>
          </a:lstStyle>
          <a:p>
            <a:pPr fontAlgn="base">
              <a:spcAft>
                <a:spcPct val="0"/>
              </a:spcAft>
              <a:defRPr/>
            </a:pPr>
            <a:r>
              <a:rPr lang="en-US" dirty="0"/>
              <a:t>Mankiw, </a:t>
            </a:r>
            <a:r>
              <a:rPr lang="en-US" i="1" dirty="0"/>
              <a:t>Principles of Economics</a:t>
            </a:r>
            <a:r>
              <a:rPr lang="en-US" dirty="0"/>
              <a:t>, 11th Edition. © 2027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18635489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p:cNvSpPr>
            <a:spLocks noGrp="1"/>
          </p:cNvSpPr>
          <p:nvPr>
            <p:ph type="title"/>
          </p:nvPr>
        </p:nvSpPr>
        <p:spPr/>
        <p:txBody>
          <a:bodyPr wrap="square" anchor="ctr"/>
          <a:lstStyle/>
          <a:p>
            <a:pPr eaLnBrk="1" hangingPunct="1"/>
            <a:r>
              <a:rPr lang="en-US" altLang="en-US" sz="3600" dirty="0"/>
              <a:t>Principle 1: People Face Trade-Offs </a:t>
            </a:r>
          </a:p>
        </p:txBody>
      </p:sp>
      <p:sp>
        <p:nvSpPr>
          <p:cNvPr id="19459" name="Content Placeholder 2"/>
          <p:cNvSpPr>
            <a:spLocks noGrp="1"/>
          </p:cNvSpPr>
          <p:nvPr>
            <p:ph idx="1"/>
          </p:nvPr>
        </p:nvSpPr>
        <p:spPr/>
        <p:txBody>
          <a:bodyPr/>
          <a:lstStyle/>
          <a:p>
            <a:pPr marL="0" indent="0" eaLnBrk="1" hangingPunct="1">
              <a:buNone/>
            </a:pPr>
            <a:r>
              <a:rPr lang="en-US" altLang="en-US" sz="3200" dirty="0"/>
              <a:t>To get one thing you want, you usually must give up another thing you want. Making decisions: trading off one goal for another.</a:t>
            </a:r>
          </a:p>
          <a:p>
            <a:pPr eaLnBrk="1" hangingPunct="1"/>
            <a:r>
              <a:rPr lang="en-US" altLang="en-US" dirty="0">
                <a:solidFill>
                  <a:schemeClr val="tx1"/>
                </a:solidFill>
              </a:rPr>
              <a:t>Going to a party the night before an exam</a:t>
            </a:r>
          </a:p>
          <a:p>
            <a:pPr lvl="2"/>
            <a:r>
              <a:rPr lang="en-US" altLang="en-US" dirty="0">
                <a:solidFill>
                  <a:srgbClr val="4E519E"/>
                </a:solidFill>
              </a:rPr>
              <a:t>Less time for studying</a:t>
            </a:r>
          </a:p>
          <a:p>
            <a:pPr lvl="1"/>
            <a:r>
              <a:rPr lang="en-US" altLang="en-US" dirty="0"/>
              <a:t>Having more money to buy stuff </a:t>
            </a:r>
          </a:p>
          <a:p>
            <a:pPr lvl="2"/>
            <a:r>
              <a:rPr lang="en-US" altLang="en-US" dirty="0">
                <a:solidFill>
                  <a:srgbClr val="4E519E"/>
                </a:solidFill>
              </a:rPr>
              <a:t>Working longer hours, less time for leisure</a:t>
            </a:r>
          </a:p>
          <a:p>
            <a:pPr lvl="1"/>
            <a:r>
              <a:rPr lang="en-US" altLang="en-US" dirty="0"/>
              <a:t>Protecting the environment </a:t>
            </a:r>
          </a:p>
          <a:p>
            <a:pPr lvl="2"/>
            <a:r>
              <a:rPr lang="en-US" altLang="en-US" dirty="0">
                <a:solidFill>
                  <a:srgbClr val="4E519E"/>
                </a:solidFill>
              </a:rPr>
              <a:t>Resources could be used to produce consumer goods.</a:t>
            </a:r>
          </a:p>
        </p:txBody>
      </p:sp>
      <p:sp>
        <p:nvSpPr>
          <p:cNvPr id="19461" name="Slide Number Placeholder 1"/>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Lst>
        </p:spPr>
        <p:txBody>
          <a:bodyPr/>
          <a:lstStyle>
            <a:lvl1pPr algn="l" eaLnBrk="0" hangingPunct="0">
              <a:defRPr sz="3400">
                <a:solidFill>
                  <a:srgbClr val="005EA4"/>
                </a:solidFill>
                <a:latin typeface="Arial" pitchFamily="34" charset="0"/>
              </a:defRPr>
            </a:lvl1pPr>
            <a:lvl2pPr marL="742950" indent="-285750" algn="l" eaLnBrk="0" hangingPunct="0">
              <a:buFont typeface="Arial" pitchFamily="34" charset="0"/>
              <a:buChar char="–"/>
              <a:defRPr sz="3200">
                <a:solidFill>
                  <a:schemeClr val="tx1"/>
                </a:solidFill>
                <a:latin typeface="Arial" pitchFamily="34" charset="0"/>
              </a:defRPr>
            </a:lvl2pPr>
            <a:lvl3pPr marL="1143000" indent="-228600" algn="l" eaLnBrk="0" hangingPunct="0">
              <a:buSzPct val="90000"/>
              <a:defRPr sz="2800">
                <a:solidFill>
                  <a:schemeClr val="tx1"/>
                </a:solidFill>
                <a:latin typeface="Arial" pitchFamily="34" charset="0"/>
              </a:defRPr>
            </a:lvl3pPr>
            <a:lvl4pPr marL="1600200" indent="-228600" algn="l" eaLnBrk="0" hangingPunct="0">
              <a:buChar char="–"/>
              <a:defRPr sz="2400">
                <a:solidFill>
                  <a:schemeClr val="tx1"/>
                </a:solidFill>
                <a:latin typeface="Arial" pitchFamily="34" charset="0"/>
              </a:defRPr>
            </a:lvl4pPr>
            <a:lvl5pPr marL="2057400" indent="-228600" algn="l" eaLnBrk="0" hangingPunct="0">
              <a:buChar char="»"/>
              <a:defRPr sz="2000">
                <a:solidFill>
                  <a:schemeClr val="tx1"/>
                </a:solidFill>
                <a:latin typeface="Arial" pitchFamily="34" charset="0"/>
              </a:defRPr>
            </a:lvl5pPr>
            <a:lvl6pPr marL="2514600" indent="-228600" eaLnBrk="0" fontAlgn="base" hangingPunct="0">
              <a:spcBef>
                <a:spcPct val="20000"/>
              </a:spcBef>
              <a:spcAft>
                <a:spcPct val="0"/>
              </a:spcAft>
              <a:buChar char="»"/>
              <a:defRPr sz="2000">
                <a:solidFill>
                  <a:schemeClr val="tx1"/>
                </a:solidFill>
                <a:latin typeface="Arial" pitchFamily="34" charset="0"/>
              </a:defRPr>
            </a:lvl6pPr>
            <a:lvl7pPr marL="2971800" indent="-228600" eaLnBrk="0" fontAlgn="base" hangingPunct="0">
              <a:spcBef>
                <a:spcPct val="20000"/>
              </a:spcBef>
              <a:spcAft>
                <a:spcPct val="0"/>
              </a:spcAft>
              <a:buChar char="»"/>
              <a:defRPr sz="2000">
                <a:solidFill>
                  <a:schemeClr val="tx1"/>
                </a:solidFill>
                <a:latin typeface="Arial" pitchFamily="34" charset="0"/>
              </a:defRPr>
            </a:lvl7pPr>
            <a:lvl8pPr marL="3429000" indent="-228600" eaLnBrk="0" fontAlgn="base" hangingPunct="0">
              <a:spcBef>
                <a:spcPct val="20000"/>
              </a:spcBef>
              <a:spcAft>
                <a:spcPct val="0"/>
              </a:spcAft>
              <a:buChar char="»"/>
              <a:defRPr sz="2000">
                <a:solidFill>
                  <a:schemeClr val="tx1"/>
                </a:solidFill>
                <a:latin typeface="Arial" pitchFamily="34" charset="0"/>
              </a:defRPr>
            </a:lvl8pPr>
            <a:lvl9pPr marL="3886200" indent="-228600" eaLnBrk="0" fontAlgn="base" hangingPunct="0">
              <a:spcBef>
                <a:spcPct val="20000"/>
              </a:spcBef>
              <a:spcAft>
                <a:spcPct val="0"/>
              </a:spcAft>
              <a:buChar char="»"/>
              <a:defRPr sz="2000">
                <a:solidFill>
                  <a:schemeClr val="tx1"/>
                </a:solidFill>
                <a:latin typeface="Arial" pitchFamily="34" charset="0"/>
              </a:defRPr>
            </a:lvl9pPr>
          </a:lstStyle>
          <a:p>
            <a:pPr algn="ctr" eaLnBrk="1" hangingPunct="1"/>
            <a:fld id="{0E65CE01-5A9C-46B5-AFD4-E19883202A25}" type="slidenum">
              <a:rPr lang="en-US" altLang="en-US" sz="1200" smtClean="0">
                <a:solidFill>
                  <a:srgbClr val="002060"/>
                </a:solidFill>
              </a:rPr>
              <a:pPr algn="ctr" eaLnBrk="1" hangingPunct="1"/>
              <a:t>6</a:t>
            </a:fld>
            <a:endParaRPr lang="en-US" altLang="en-US" sz="1200">
              <a:solidFill>
                <a:srgbClr val="002060"/>
              </a:solidFill>
            </a:endParaRPr>
          </a:p>
        </p:txBody>
      </p:sp>
      <p:sp>
        <p:nvSpPr>
          <p:cNvPr id="6" name="Footer Placeholder 2"/>
          <p:cNvSpPr>
            <a:spLocks noGrp="1"/>
          </p:cNvSpPr>
          <p:nvPr>
            <p:ph type="ftr" sz="quarter" idx="4294967295"/>
          </p:nvPr>
        </p:nvSpPr>
        <p:spPr>
          <a:xfrm>
            <a:off x="0" y="6400800"/>
            <a:ext cx="8686800" cy="457200"/>
          </a:xfrm>
          <a:prstGeom prst="rect">
            <a:avLst/>
          </a:prstGeom>
          <a:noFill/>
        </p:spPr>
        <p:txBody>
          <a:bodyPr vert="horz" lIns="91440" tIns="45720" rIns="91440" bIns="45720" rtlCol="0" anchor="ctr"/>
          <a:lstStyle>
            <a:lvl1pPr algn="l">
              <a:buNone/>
              <a:defRPr sz="900">
                <a:solidFill>
                  <a:schemeClr val="tx1"/>
                </a:solidFill>
                <a:cs typeface="Arial" pitchFamily="34" charset="0"/>
              </a:defRPr>
            </a:lvl1pPr>
          </a:lstStyle>
          <a:p>
            <a:pPr fontAlgn="base">
              <a:spcAft>
                <a:spcPct val="0"/>
              </a:spcAft>
              <a:defRPr/>
            </a:pPr>
            <a:r>
              <a:rPr lang="en-US" dirty="0"/>
              <a:t>Mankiw, </a:t>
            </a:r>
            <a:r>
              <a:rPr lang="en-US" i="1" dirty="0"/>
              <a:t>Principles of Economics</a:t>
            </a:r>
            <a:r>
              <a:rPr lang="en-US" dirty="0"/>
              <a:t>, 11th Edition. © 2027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33153562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title"/>
          </p:nvPr>
        </p:nvSpPr>
        <p:spPr/>
        <p:txBody>
          <a:bodyPr wrap="square" anchor="ctr"/>
          <a:lstStyle/>
          <a:p>
            <a:pPr eaLnBrk="1" hangingPunct="1"/>
            <a:r>
              <a:rPr lang="en-US" altLang="en-US" dirty="0"/>
              <a:t>EXAMPLE 1A: </a:t>
            </a:r>
            <a:r>
              <a:rPr lang="en-US" altLang="en-US" dirty="0">
                <a:solidFill>
                  <a:schemeClr val="tx1"/>
                </a:solidFill>
              </a:rPr>
              <a:t>Society faces trade-offs </a:t>
            </a:r>
          </a:p>
        </p:txBody>
      </p:sp>
      <p:sp>
        <p:nvSpPr>
          <p:cNvPr id="20485" name="Slide Number Placeholder 1"/>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Lst>
        </p:spPr>
        <p:txBody>
          <a:bodyPr/>
          <a:lstStyle>
            <a:lvl1pPr algn="l" eaLnBrk="0" hangingPunct="0">
              <a:defRPr sz="3400">
                <a:solidFill>
                  <a:srgbClr val="005EA4"/>
                </a:solidFill>
                <a:latin typeface="Arial" pitchFamily="34" charset="0"/>
              </a:defRPr>
            </a:lvl1pPr>
            <a:lvl2pPr marL="742950" indent="-285750" algn="l" eaLnBrk="0" hangingPunct="0">
              <a:buFont typeface="Arial" pitchFamily="34" charset="0"/>
              <a:buChar char="–"/>
              <a:defRPr sz="3200">
                <a:solidFill>
                  <a:schemeClr val="tx1"/>
                </a:solidFill>
                <a:latin typeface="Arial" pitchFamily="34" charset="0"/>
              </a:defRPr>
            </a:lvl2pPr>
            <a:lvl3pPr marL="1143000" indent="-228600" algn="l" eaLnBrk="0" hangingPunct="0">
              <a:buSzPct val="90000"/>
              <a:defRPr sz="2800">
                <a:solidFill>
                  <a:schemeClr val="tx1"/>
                </a:solidFill>
                <a:latin typeface="Arial" pitchFamily="34" charset="0"/>
              </a:defRPr>
            </a:lvl3pPr>
            <a:lvl4pPr marL="1600200" indent="-228600" algn="l" eaLnBrk="0" hangingPunct="0">
              <a:buChar char="–"/>
              <a:defRPr sz="2400">
                <a:solidFill>
                  <a:schemeClr val="tx1"/>
                </a:solidFill>
                <a:latin typeface="Arial" pitchFamily="34" charset="0"/>
              </a:defRPr>
            </a:lvl4pPr>
            <a:lvl5pPr marL="2057400" indent="-228600" algn="l" eaLnBrk="0" hangingPunct="0">
              <a:buChar char="»"/>
              <a:defRPr sz="2000">
                <a:solidFill>
                  <a:schemeClr val="tx1"/>
                </a:solidFill>
                <a:latin typeface="Arial" pitchFamily="34" charset="0"/>
              </a:defRPr>
            </a:lvl5pPr>
            <a:lvl6pPr marL="2514600" indent="-228600" eaLnBrk="0" fontAlgn="base" hangingPunct="0">
              <a:spcBef>
                <a:spcPct val="20000"/>
              </a:spcBef>
              <a:spcAft>
                <a:spcPct val="0"/>
              </a:spcAft>
              <a:buChar char="»"/>
              <a:defRPr sz="2000">
                <a:solidFill>
                  <a:schemeClr val="tx1"/>
                </a:solidFill>
                <a:latin typeface="Arial" pitchFamily="34" charset="0"/>
              </a:defRPr>
            </a:lvl6pPr>
            <a:lvl7pPr marL="2971800" indent="-228600" eaLnBrk="0" fontAlgn="base" hangingPunct="0">
              <a:spcBef>
                <a:spcPct val="20000"/>
              </a:spcBef>
              <a:spcAft>
                <a:spcPct val="0"/>
              </a:spcAft>
              <a:buChar char="»"/>
              <a:defRPr sz="2000">
                <a:solidFill>
                  <a:schemeClr val="tx1"/>
                </a:solidFill>
                <a:latin typeface="Arial" pitchFamily="34" charset="0"/>
              </a:defRPr>
            </a:lvl7pPr>
            <a:lvl8pPr marL="3429000" indent="-228600" eaLnBrk="0" fontAlgn="base" hangingPunct="0">
              <a:spcBef>
                <a:spcPct val="20000"/>
              </a:spcBef>
              <a:spcAft>
                <a:spcPct val="0"/>
              </a:spcAft>
              <a:buChar char="»"/>
              <a:defRPr sz="2000">
                <a:solidFill>
                  <a:schemeClr val="tx1"/>
                </a:solidFill>
                <a:latin typeface="Arial" pitchFamily="34" charset="0"/>
              </a:defRPr>
            </a:lvl8pPr>
            <a:lvl9pPr marL="3886200" indent="-228600" eaLnBrk="0" fontAlgn="base" hangingPunct="0">
              <a:spcBef>
                <a:spcPct val="20000"/>
              </a:spcBef>
              <a:spcAft>
                <a:spcPct val="0"/>
              </a:spcAft>
              <a:buChar char="»"/>
              <a:defRPr sz="2000">
                <a:solidFill>
                  <a:schemeClr val="tx1"/>
                </a:solidFill>
                <a:latin typeface="Arial" pitchFamily="34" charset="0"/>
              </a:defRPr>
            </a:lvl9pPr>
          </a:lstStyle>
          <a:p>
            <a:pPr algn="ctr" eaLnBrk="1" hangingPunct="1"/>
            <a:fld id="{C667A295-9C93-4A83-8AB7-A788A6F4EEA8}" type="slidenum">
              <a:rPr lang="en-US" altLang="en-US" sz="1200" smtClean="0">
                <a:solidFill>
                  <a:srgbClr val="002060"/>
                </a:solidFill>
              </a:rPr>
              <a:pPr algn="ctr" eaLnBrk="1" hangingPunct="1"/>
              <a:t>7</a:t>
            </a:fld>
            <a:endParaRPr lang="en-US" altLang="en-US" sz="1200">
              <a:solidFill>
                <a:srgbClr val="002060"/>
              </a:solidFill>
            </a:endParaRPr>
          </a:p>
        </p:txBody>
      </p:sp>
      <p:sp>
        <p:nvSpPr>
          <p:cNvPr id="20483" name="Content Placeholder 2"/>
          <p:cNvSpPr>
            <a:spLocks noGrp="1"/>
          </p:cNvSpPr>
          <p:nvPr>
            <p:ph idx="12"/>
          </p:nvPr>
        </p:nvSpPr>
        <p:spPr/>
        <p:txBody>
          <a:bodyPr>
            <a:normAutofit/>
          </a:bodyPr>
          <a:lstStyle/>
          <a:p>
            <a:pPr eaLnBrk="1" hangingPunct="1"/>
            <a:r>
              <a:rPr lang="en-US" altLang="en-US" sz="3200" dirty="0"/>
              <a:t>The more it spends on the military (guns) to protect from foreign aggressors</a:t>
            </a:r>
          </a:p>
          <a:p>
            <a:pPr lvl="1" eaLnBrk="1" hangingPunct="1"/>
            <a:r>
              <a:rPr lang="en-US" altLang="en-US" sz="3200" dirty="0">
                <a:solidFill>
                  <a:srgbClr val="4E519E"/>
                </a:solidFill>
              </a:rPr>
              <a:t>The less it can spend on consumer goods (butter) to raise its standard of living</a:t>
            </a:r>
          </a:p>
          <a:p>
            <a:pPr eaLnBrk="1" hangingPunct="1"/>
            <a:r>
              <a:rPr lang="en-US" altLang="en-US" sz="3200" dirty="0"/>
              <a:t>Pollution regulations: cleaner environment and improved health</a:t>
            </a:r>
          </a:p>
          <a:p>
            <a:pPr lvl="1" eaLnBrk="1" hangingPunct="1"/>
            <a:r>
              <a:rPr lang="en-US" altLang="en-US" sz="3200" dirty="0">
                <a:solidFill>
                  <a:srgbClr val="4E519E"/>
                </a:solidFill>
              </a:rPr>
              <a:t>But at the cost of reducing the well-being of the firms’ owners, workers, and customers</a:t>
            </a:r>
          </a:p>
        </p:txBody>
      </p:sp>
      <p:sp>
        <p:nvSpPr>
          <p:cNvPr id="6" name="Footer Placeholder 2"/>
          <p:cNvSpPr>
            <a:spLocks noGrp="1"/>
          </p:cNvSpPr>
          <p:nvPr>
            <p:ph type="ftr" sz="quarter" idx="4294967295"/>
          </p:nvPr>
        </p:nvSpPr>
        <p:spPr>
          <a:xfrm>
            <a:off x="381000" y="6400800"/>
            <a:ext cx="8305800" cy="457200"/>
          </a:xfrm>
          <a:prstGeom prst="rect">
            <a:avLst/>
          </a:prstGeom>
          <a:noFill/>
        </p:spPr>
        <p:txBody>
          <a:bodyPr vert="horz" lIns="91440" tIns="45720" rIns="91440" bIns="45720" rtlCol="0" anchor="ctr"/>
          <a:lstStyle>
            <a:lvl1pPr algn="l">
              <a:buNone/>
              <a:defRPr sz="900">
                <a:solidFill>
                  <a:schemeClr val="tx1"/>
                </a:solidFill>
                <a:cs typeface="Arial" pitchFamily="34" charset="0"/>
              </a:defRPr>
            </a:lvl1pPr>
          </a:lstStyle>
          <a:p>
            <a:pPr fontAlgn="base">
              <a:spcAft>
                <a:spcPct val="0"/>
              </a:spcAft>
              <a:defRPr/>
            </a:pPr>
            <a:r>
              <a:rPr lang="en-US" dirty="0"/>
              <a:t>Mankiw, </a:t>
            </a:r>
            <a:r>
              <a:rPr lang="en-US" i="1" dirty="0"/>
              <a:t>Principles of Economics</a:t>
            </a:r>
            <a:r>
              <a:rPr lang="en-US" dirty="0"/>
              <a:t>, 11th Edition. © 2027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42165804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20483">
                                            <p:txEl>
                                              <p:pRg st="0" end="0"/>
                                            </p:txEl>
                                          </p:spTgt>
                                        </p:tgtEl>
                                        <p:attrNameLst>
                                          <p:attrName>style.visibility</p:attrName>
                                        </p:attrNameLst>
                                      </p:cBhvr>
                                      <p:to>
                                        <p:strVal val="visible"/>
                                      </p:to>
                                    </p:set>
                                    <p:animEffect transition="in" filter="wipe(left)">
                                      <p:cBhvr>
                                        <p:cTn id="7" dur="500"/>
                                        <p:tgtEl>
                                          <p:spTgt spid="2048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0483">
                                            <p:txEl>
                                              <p:pRg st="1" end="1"/>
                                            </p:txEl>
                                          </p:spTgt>
                                        </p:tgtEl>
                                        <p:attrNameLst>
                                          <p:attrName>style.visibility</p:attrName>
                                        </p:attrNameLst>
                                      </p:cBhvr>
                                      <p:to>
                                        <p:strVal val="visible"/>
                                      </p:to>
                                    </p:set>
                                    <p:animEffect transition="in" filter="wipe(left)">
                                      <p:cBhvr>
                                        <p:cTn id="12" dur="500"/>
                                        <p:tgtEl>
                                          <p:spTgt spid="2048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0483">
                                            <p:txEl>
                                              <p:pRg st="2" end="2"/>
                                            </p:txEl>
                                          </p:spTgt>
                                        </p:tgtEl>
                                        <p:attrNameLst>
                                          <p:attrName>style.visibility</p:attrName>
                                        </p:attrNameLst>
                                      </p:cBhvr>
                                      <p:to>
                                        <p:strVal val="visible"/>
                                      </p:to>
                                    </p:set>
                                    <p:animEffect transition="in" filter="wipe(left)">
                                      <p:cBhvr>
                                        <p:cTn id="17" dur="500"/>
                                        <p:tgtEl>
                                          <p:spTgt spid="2048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0483">
                                            <p:txEl>
                                              <p:pRg st="3" end="3"/>
                                            </p:txEl>
                                          </p:spTgt>
                                        </p:tgtEl>
                                        <p:attrNameLst>
                                          <p:attrName>style.visibility</p:attrName>
                                        </p:attrNameLst>
                                      </p:cBhvr>
                                      <p:to>
                                        <p:strVal val="visible"/>
                                      </p:to>
                                    </p:set>
                                    <p:animEffect transition="in" filter="wipe(left)">
                                      <p:cBhvr>
                                        <p:cTn id="22" dur="500"/>
                                        <p:tgtEl>
                                          <p:spTgt spid="2048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3" grpId="0" uiExpand="1"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p:cNvSpPr>
            <a:spLocks noGrp="1"/>
          </p:cNvSpPr>
          <p:nvPr>
            <p:ph type="title"/>
          </p:nvPr>
        </p:nvSpPr>
        <p:spPr/>
        <p:txBody>
          <a:bodyPr wrap="square" anchor="ctr"/>
          <a:lstStyle/>
          <a:p>
            <a:pPr eaLnBrk="1" hangingPunct="1"/>
            <a:r>
              <a:rPr lang="en-US" altLang="en-US" dirty="0"/>
              <a:t>EXAMPLE 1B: </a:t>
            </a:r>
            <a:r>
              <a:rPr lang="en-US" altLang="en-US" dirty="0">
                <a:solidFill>
                  <a:schemeClr val="tx1"/>
                </a:solidFill>
              </a:rPr>
              <a:t>Society faces trade-offs </a:t>
            </a:r>
          </a:p>
        </p:txBody>
      </p:sp>
      <p:sp>
        <p:nvSpPr>
          <p:cNvPr id="21507" name="Content Placeholder 2"/>
          <p:cNvSpPr>
            <a:spLocks noGrp="1"/>
          </p:cNvSpPr>
          <p:nvPr>
            <p:ph idx="1"/>
          </p:nvPr>
        </p:nvSpPr>
        <p:spPr/>
        <p:txBody>
          <a:bodyPr>
            <a:normAutofit/>
          </a:bodyPr>
          <a:lstStyle/>
          <a:p>
            <a:r>
              <a:rPr lang="en-US" altLang="en-US" dirty="0">
                <a:solidFill>
                  <a:srgbClr val="AE1221"/>
                </a:solidFill>
              </a:rPr>
              <a:t>Efficiency:</a:t>
            </a:r>
            <a:r>
              <a:rPr lang="en-US" altLang="en-US" dirty="0"/>
              <a:t> S</a:t>
            </a:r>
            <a:r>
              <a:rPr lang="en-US" altLang="en-US" sz="3200" dirty="0">
                <a:solidFill>
                  <a:schemeClr val="tx1"/>
                </a:solidFill>
              </a:rPr>
              <a:t>ociety gets the maximum benefits from its scarce resources</a:t>
            </a:r>
          </a:p>
          <a:p>
            <a:r>
              <a:rPr lang="en-US" altLang="en-US" dirty="0">
                <a:solidFill>
                  <a:srgbClr val="AE1221"/>
                </a:solidFill>
              </a:rPr>
              <a:t>Equality:</a:t>
            </a:r>
            <a:r>
              <a:rPr lang="en-US" altLang="en-US" dirty="0">
                <a:solidFill>
                  <a:srgbClr val="0070C0"/>
                </a:solidFill>
              </a:rPr>
              <a:t> </a:t>
            </a:r>
            <a:r>
              <a:rPr lang="en-US" altLang="en-US" dirty="0">
                <a:solidFill>
                  <a:schemeClr val="tx1"/>
                </a:solidFill>
              </a:rPr>
              <a:t>Economic p</a:t>
            </a:r>
            <a:r>
              <a:rPr lang="en-US" altLang="en-US" sz="3200" dirty="0">
                <a:solidFill>
                  <a:schemeClr val="tx1"/>
                </a:solidFill>
              </a:rPr>
              <a:t>rosperity is distributed uniformly among society’s members.</a:t>
            </a:r>
            <a:endParaRPr lang="en-US" altLang="en-US" dirty="0">
              <a:solidFill>
                <a:schemeClr val="tx1"/>
              </a:solidFill>
            </a:endParaRPr>
          </a:p>
          <a:p>
            <a:pPr lvl="2"/>
            <a:endParaRPr lang="en-US" altLang="en-US" dirty="0"/>
          </a:p>
        </p:txBody>
      </p:sp>
      <p:sp>
        <p:nvSpPr>
          <p:cNvPr id="21509" name="Slide Number Placeholder 1"/>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Lst>
        </p:spPr>
        <p:txBody>
          <a:bodyPr/>
          <a:lstStyle>
            <a:lvl1pPr algn="l" eaLnBrk="0" hangingPunct="0">
              <a:defRPr sz="3400">
                <a:solidFill>
                  <a:srgbClr val="005EA4"/>
                </a:solidFill>
                <a:latin typeface="Arial" pitchFamily="34" charset="0"/>
              </a:defRPr>
            </a:lvl1pPr>
            <a:lvl2pPr marL="742950" indent="-285750" algn="l" eaLnBrk="0" hangingPunct="0">
              <a:buFont typeface="Arial" pitchFamily="34" charset="0"/>
              <a:buChar char="–"/>
              <a:defRPr sz="3200">
                <a:solidFill>
                  <a:schemeClr val="tx1"/>
                </a:solidFill>
                <a:latin typeface="Arial" pitchFamily="34" charset="0"/>
              </a:defRPr>
            </a:lvl2pPr>
            <a:lvl3pPr marL="1143000" indent="-228600" algn="l" eaLnBrk="0" hangingPunct="0">
              <a:buSzPct val="90000"/>
              <a:defRPr sz="2800">
                <a:solidFill>
                  <a:schemeClr val="tx1"/>
                </a:solidFill>
                <a:latin typeface="Arial" pitchFamily="34" charset="0"/>
              </a:defRPr>
            </a:lvl3pPr>
            <a:lvl4pPr marL="1600200" indent="-228600" algn="l" eaLnBrk="0" hangingPunct="0">
              <a:buChar char="–"/>
              <a:defRPr sz="2400">
                <a:solidFill>
                  <a:schemeClr val="tx1"/>
                </a:solidFill>
                <a:latin typeface="Arial" pitchFamily="34" charset="0"/>
              </a:defRPr>
            </a:lvl4pPr>
            <a:lvl5pPr marL="2057400" indent="-228600" algn="l" eaLnBrk="0" hangingPunct="0">
              <a:buChar char="»"/>
              <a:defRPr sz="2000">
                <a:solidFill>
                  <a:schemeClr val="tx1"/>
                </a:solidFill>
                <a:latin typeface="Arial" pitchFamily="34" charset="0"/>
              </a:defRPr>
            </a:lvl5pPr>
            <a:lvl6pPr marL="2514600" indent="-228600" eaLnBrk="0" fontAlgn="base" hangingPunct="0">
              <a:spcBef>
                <a:spcPct val="20000"/>
              </a:spcBef>
              <a:spcAft>
                <a:spcPct val="0"/>
              </a:spcAft>
              <a:buChar char="»"/>
              <a:defRPr sz="2000">
                <a:solidFill>
                  <a:schemeClr val="tx1"/>
                </a:solidFill>
                <a:latin typeface="Arial" pitchFamily="34" charset="0"/>
              </a:defRPr>
            </a:lvl6pPr>
            <a:lvl7pPr marL="2971800" indent="-228600" eaLnBrk="0" fontAlgn="base" hangingPunct="0">
              <a:spcBef>
                <a:spcPct val="20000"/>
              </a:spcBef>
              <a:spcAft>
                <a:spcPct val="0"/>
              </a:spcAft>
              <a:buChar char="»"/>
              <a:defRPr sz="2000">
                <a:solidFill>
                  <a:schemeClr val="tx1"/>
                </a:solidFill>
                <a:latin typeface="Arial" pitchFamily="34" charset="0"/>
              </a:defRPr>
            </a:lvl7pPr>
            <a:lvl8pPr marL="3429000" indent="-228600" eaLnBrk="0" fontAlgn="base" hangingPunct="0">
              <a:spcBef>
                <a:spcPct val="20000"/>
              </a:spcBef>
              <a:spcAft>
                <a:spcPct val="0"/>
              </a:spcAft>
              <a:buChar char="»"/>
              <a:defRPr sz="2000">
                <a:solidFill>
                  <a:schemeClr val="tx1"/>
                </a:solidFill>
                <a:latin typeface="Arial" pitchFamily="34" charset="0"/>
              </a:defRPr>
            </a:lvl8pPr>
            <a:lvl9pPr marL="3886200" indent="-228600" eaLnBrk="0" fontAlgn="base" hangingPunct="0">
              <a:spcBef>
                <a:spcPct val="20000"/>
              </a:spcBef>
              <a:spcAft>
                <a:spcPct val="0"/>
              </a:spcAft>
              <a:buChar char="»"/>
              <a:defRPr sz="2000">
                <a:solidFill>
                  <a:schemeClr val="tx1"/>
                </a:solidFill>
                <a:latin typeface="Arial" pitchFamily="34" charset="0"/>
              </a:defRPr>
            </a:lvl9pPr>
          </a:lstStyle>
          <a:p>
            <a:pPr algn="ctr" eaLnBrk="1" hangingPunct="1"/>
            <a:fld id="{D66EE1A1-B04E-4D8E-936F-E4C78BD6CFEC}" type="slidenum">
              <a:rPr lang="en-US" altLang="en-US" sz="1200" smtClean="0">
                <a:solidFill>
                  <a:srgbClr val="002060"/>
                </a:solidFill>
              </a:rPr>
              <a:pPr algn="ctr" eaLnBrk="1" hangingPunct="1"/>
              <a:t>8</a:t>
            </a:fld>
            <a:endParaRPr lang="en-US" altLang="en-US" sz="1200">
              <a:solidFill>
                <a:srgbClr val="002060"/>
              </a:solidFill>
            </a:endParaRPr>
          </a:p>
        </p:txBody>
      </p:sp>
      <p:sp>
        <p:nvSpPr>
          <p:cNvPr id="2" name="Content Placeholder 1"/>
          <p:cNvSpPr>
            <a:spLocks noGrp="1"/>
          </p:cNvSpPr>
          <p:nvPr>
            <p:ph idx="12"/>
          </p:nvPr>
        </p:nvSpPr>
        <p:spPr>
          <a:xfrm>
            <a:off x="381000" y="3200400"/>
            <a:ext cx="8763000" cy="2971800"/>
          </a:xfrm>
        </p:spPr>
        <p:txBody>
          <a:bodyPr>
            <a:noAutofit/>
          </a:bodyPr>
          <a:lstStyle/>
          <a:p>
            <a:r>
              <a:rPr lang="en-US" altLang="en-US" sz="3200" dirty="0">
                <a:solidFill>
                  <a:schemeClr val="tx1"/>
                </a:solidFill>
              </a:rPr>
              <a:t>Trade-off:  </a:t>
            </a:r>
          </a:p>
          <a:p>
            <a:pPr lvl="1"/>
            <a:r>
              <a:rPr lang="en-US" altLang="en-US" sz="3200" dirty="0"/>
              <a:t>To achieve greater equality, we could redistribute income from wealthy to poor.</a:t>
            </a:r>
          </a:p>
          <a:p>
            <a:pPr lvl="1"/>
            <a:r>
              <a:rPr lang="en-US" altLang="en-US" sz="3200" dirty="0"/>
              <a:t>But this reduces incentive to work and produce, shrinking the size of economic “pie”.</a:t>
            </a:r>
          </a:p>
        </p:txBody>
      </p:sp>
      <p:sp>
        <p:nvSpPr>
          <p:cNvPr id="7" name="Footer Placeholder 2"/>
          <p:cNvSpPr>
            <a:spLocks noGrp="1"/>
          </p:cNvSpPr>
          <p:nvPr>
            <p:ph type="ftr" sz="quarter" idx="4294967295"/>
          </p:nvPr>
        </p:nvSpPr>
        <p:spPr>
          <a:xfrm>
            <a:off x="381000" y="6400800"/>
            <a:ext cx="8305800" cy="457200"/>
          </a:xfrm>
          <a:prstGeom prst="rect">
            <a:avLst/>
          </a:prstGeom>
          <a:noFill/>
        </p:spPr>
        <p:txBody>
          <a:bodyPr vert="horz" lIns="91440" tIns="45720" rIns="91440" bIns="45720" rtlCol="0" anchor="ctr"/>
          <a:lstStyle>
            <a:lvl1pPr algn="l">
              <a:buNone/>
              <a:defRPr sz="900">
                <a:solidFill>
                  <a:schemeClr val="tx1"/>
                </a:solidFill>
                <a:cs typeface="Arial" pitchFamily="34" charset="0"/>
              </a:defRPr>
            </a:lvl1pPr>
          </a:lstStyle>
          <a:p>
            <a:pPr fontAlgn="base">
              <a:spcAft>
                <a:spcPct val="0"/>
              </a:spcAft>
              <a:defRPr/>
            </a:pPr>
            <a:r>
              <a:rPr lang="en-US" dirty="0"/>
              <a:t>Mankiw, </a:t>
            </a:r>
            <a:r>
              <a:rPr lang="en-US" i="1" dirty="0"/>
              <a:t>Principles of Economics</a:t>
            </a:r>
            <a:r>
              <a:rPr lang="en-US" dirty="0"/>
              <a:t>, 11th Edition. © 2027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24955809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1"/>
          <p:cNvSpPr>
            <a:spLocks noGrp="1"/>
          </p:cNvSpPr>
          <p:nvPr>
            <p:ph type="title"/>
          </p:nvPr>
        </p:nvSpPr>
        <p:spPr>
          <a:xfrm>
            <a:off x="0" y="76201"/>
            <a:ext cx="9143999" cy="1295399"/>
          </a:xfrm>
        </p:spPr>
        <p:txBody>
          <a:bodyPr wrap="square" anchor="ctr"/>
          <a:lstStyle/>
          <a:p>
            <a:pPr marL="0" indent="0" eaLnBrk="1" hangingPunct="1">
              <a:defRPr/>
            </a:pPr>
            <a:r>
              <a:rPr lang="en-US" sz="3200" dirty="0"/>
              <a:t>Principle 2: The Cost of Something Is What You Give Up to Get It</a:t>
            </a:r>
          </a:p>
        </p:txBody>
      </p:sp>
      <p:sp>
        <p:nvSpPr>
          <p:cNvPr id="25603" name="Content Placeholder 2"/>
          <p:cNvSpPr>
            <a:spLocks noGrp="1"/>
          </p:cNvSpPr>
          <p:nvPr>
            <p:ph idx="1"/>
          </p:nvPr>
        </p:nvSpPr>
        <p:spPr>
          <a:xfrm>
            <a:off x="277813" y="1219199"/>
            <a:ext cx="8588375" cy="5229225"/>
          </a:xfrm>
        </p:spPr>
        <p:txBody>
          <a:bodyPr/>
          <a:lstStyle/>
          <a:p>
            <a:pPr eaLnBrk="1" hangingPunct="1">
              <a:defRPr/>
            </a:pPr>
            <a:r>
              <a:rPr lang="en-US" dirty="0"/>
              <a:t>Making decisions:</a:t>
            </a:r>
          </a:p>
          <a:p>
            <a:pPr lvl="1" eaLnBrk="1" hangingPunct="1">
              <a:defRPr/>
            </a:pPr>
            <a:r>
              <a:rPr lang="en-US" dirty="0"/>
              <a:t>Compare costs with benefits of alternative decisions</a:t>
            </a:r>
          </a:p>
          <a:p>
            <a:pPr lvl="1" eaLnBrk="1" hangingPunct="1">
              <a:defRPr/>
            </a:pPr>
            <a:r>
              <a:rPr lang="en-US" dirty="0"/>
              <a:t>Need to include opportunity costs</a:t>
            </a:r>
          </a:p>
          <a:p>
            <a:pPr eaLnBrk="1" hangingPunct="1">
              <a:defRPr/>
            </a:pPr>
            <a:r>
              <a:rPr lang="en-US" dirty="0"/>
              <a:t>Opportunity cost of an item</a:t>
            </a:r>
          </a:p>
          <a:p>
            <a:pPr lvl="1" eaLnBrk="1" hangingPunct="1">
              <a:defRPr/>
            </a:pPr>
            <a:r>
              <a:rPr lang="en-US" dirty="0"/>
              <a:t>Whatever must be given up to obtain it</a:t>
            </a:r>
          </a:p>
        </p:txBody>
      </p:sp>
      <p:sp>
        <p:nvSpPr>
          <p:cNvPr id="22533" name="Slide Number Placeholder 1"/>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Lst>
        </p:spPr>
        <p:txBody>
          <a:bodyPr/>
          <a:lstStyle>
            <a:lvl1pPr algn="l" eaLnBrk="0" hangingPunct="0">
              <a:defRPr sz="3400">
                <a:solidFill>
                  <a:srgbClr val="005EA4"/>
                </a:solidFill>
                <a:latin typeface="Arial" pitchFamily="34" charset="0"/>
              </a:defRPr>
            </a:lvl1pPr>
            <a:lvl2pPr marL="742950" indent="-285750" algn="l" eaLnBrk="0" hangingPunct="0">
              <a:buFont typeface="Arial" pitchFamily="34" charset="0"/>
              <a:buChar char="–"/>
              <a:defRPr sz="3200">
                <a:solidFill>
                  <a:schemeClr val="tx1"/>
                </a:solidFill>
                <a:latin typeface="Arial" pitchFamily="34" charset="0"/>
              </a:defRPr>
            </a:lvl2pPr>
            <a:lvl3pPr marL="1143000" indent="-228600" algn="l" eaLnBrk="0" hangingPunct="0">
              <a:buSzPct val="90000"/>
              <a:defRPr sz="2800">
                <a:solidFill>
                  <a:schemeClr val="tx1"/>
                </a:solidFill>
                <a:latin typeface="Arial" pitchFamily="34" charset="0"/>
              </a:defRPr>
            </a:lvl3pPr>
            <a:lvl4pPr marL="1600200" indent="-228600" algn="l" eaLnBrk="0" hangingPunct="0">
              <a:buChar char="–"/>
              <a:defRPr sz="2400">
                <a:solidFill>
                  <a:schemeClr val="tx1"/>
                </a:solidFill>
                <a:latin typeface="Arial" pitchFamily="34" charset="0"/>
              </a:defRPr>
            </a:lvl4pPr>
            <a:lvl5pPr marL="2057400" indent="-228600" algn="l" eaLnBrk="0" hangingPunct="0">
              <a:buChar char="»"/>
              <a:defRPr sz="2000">
                <a:solidFill>
                  <a:schemeClr val="tx1"/>
                </a:solidFill>
                <a:latin typeface="Arial" pitchFamily="34" charset="0"/>
              </a:defRPr>
            </a:lvl5pPr>
            <a:lvl6pPr marL="2514600" indent="-228600" eaLnBrk="0" fontAlgn="base" hangingPunct="0">
              <a:spcBef>
                <a:spcPct val="20000"/>
              </a:spcBef>
              <a:spcAft>
                <a:spcPct val="0"/>
              </a:spcAft>
              <a:buChar char="»"/>
              <a:defRPr sz="2000">
                <a:solidFill>
                  <a:schemeClr val="tx1"/>
                </a:solidFill>
                <a:latin typeface="Arial" pitchFamily="34" charset="0"/>
              </a:defRPr>
            </a:lvl6pPr>
            <a:lvl7pPr marL="2971800" indent="-228600" eaLnBrk="0" fontAlgn="base" hangingPunct="0">
              <a:spcBef>
                <a:spcPct val="20000"/>
              </a:spcBef>
              <a:spcAft>
                <a:spcPct val="0"/>
              </a:spcAft>
              <a:buChar char="»"/>
              <a:defRPr sz="2000">
                <a:solidFill>
                  <a:schemeClr val="tx1"/>
                </a:solidFill>
                <a:latin typeface="Arial" pitchFamily="34" charset="0"/>
              </a:defRPr>
            </a:lvl7pPr>
            <a:lvl8pPr marL="3429000" indent="-228600" eaLnBrk="0" fontAlgn="base" hangingPunct="0">
              <a:spcBef>
                <a:spcPct val="20000"/>
              </a:spcBef>
              <a:spcAft>
                <a:spcPct val="0"/>
              </a:spcAft>
              <a:buChar char="»"/>
              <a:defRPr sz="2000">
                <a:solidFill>
                  <a:schemeClr val="tx1"/>
                </a:solidFill>
                <a:latin typeface="Arial" pitchFamily="34" charset="0"/>
              </a:defRPr>
            </a:lvl8pPr>
            <a:lvl9pPr marL="3886200" indent="-228600" eaLnBrk="0" fontAlgn="base" hangingPunct="0">
              <a:spcBef>
                <a:spcPct val="20000"/>
              </a:spcBef>
              <a:spcAft>
                <a:spcPct val="0"/>
              </a:spcAft>
              <a:buChar char="»"/>
              <a:defRPr sz="2000">
                <a:solidFill>
                  <a:schemeClr val="tx1"/>
                </a:solidFill>
                <a:latin typeface="Arial" pitchFamily="34" charset="0"/>
              </a:defRPr>
            </a:lvl9pPr>
          </a:lstStyle>
          <a:p>
            <a:pPr algn="ctr" eaLnBrk="1" hangingPunct="1"/>
            <a:fld id="{258DB1D5-1407-4B75-87C6-A1F79120C6B8}" type="slidenum">
              <a:rPr lang="en-US" altLang="en-US" sz="1200" smtClean="0">
                <a:solidFill>
                  <a:srgbClr val="002060"/>
                </a:solidFill>
              </a:rPr>
              <a:pPr algn="ctr" eaLnBrk="1" hangingPunct="1"/>
              <a:t>9</a:t>
            </a:fld>
            <a:endParaRPr lang="en-US" altLang="en-US" sz="1200">
              <a:solidFill>
                <a:srgbClr val="002060"/>
              </a:solidFill>
            </a:endParaRPr>
          </a:p>
        </p:txBody>
      </p:sp>
      <p:sp>
        <p:nvSpPr>
          <p:cNvPr id="6" name="Footer Placeholder 2"/>
          <p:cNvSpPr>
            <a:spLocks noGrp="1"/>
          </p:cNvSpPr>
          <p:nvPr>
            <p:ph type="ftr" sz="quarter" idx="4294967295"/>
          </p:nvPr>
        </p:nvSpPr>
        <p:spPr>
          <a:xfrm>
            <a:off x="0" y="6400800"/>
            <a:ext cx="8686800" cy="457200"/>
          </a:xfrm>
          <a:prstGeom prst="rect">
            <a:avLst/>
          </a:prstGeom>
          <a:noFill/>
        </p:spPr>
        <p:txBody>
          <a:bodyPr vert="horz" lIns="91440" tIns="45720" rIns="91440" bIns="45720" rtlCol="0" anchor="ctr"/>
          <a:lstStyle>
            <a:lvl1pPr algn="l">
              <a:buNone/>
              <a:defRPr sz="900">
                <a:solidFill>
                  <a:schemeClr val="tx1"/>
                </a:solidFill>
                <a:cs typeface="Arial" pitchFamily="34" charset="0"/>
              </a:defRPr>
            </a:lvl1pPr>
          </a:lstStyle>
          <a:p>
            <a:pPr fontAlgn="base">
              <a:spcAft>
                <a:spcPct val="0"/>
              </a:spcAft>
              <a:defRPr/>
            </a:pPr>
            <a:r>
              <a:rPr lang="en-US" dirty="0"/>
              <a:t>Mankiw, </a:t>
            </a:r>
            <a:r>
              <a:rPr lang="en-US" i="1" dirty="0"/>
              <a:t>Principles of Economics</a:t>
            </a:r>
            <a:r>
              <a:rPr lang="en-US" dirty="0"/>
              <a:t>, 11th Edition. © 2027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9295729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1"/>
          <p:cNvSpPr>
            <a:spLocks noGrp="1"/>
          </p:cNvSpPr>
          <p:nvPr>
            <p:ph type="title"/>
          </p:nvPr>
        </p:nvSpPr>
        <p:spPr/>
        <p:txBody>
          <a:bodyPr wrap="square" anchor="t"/>
          <a:lstStyle/>
          <a:p>
            <a:pPr marL="0" indent="0" eaLnBrk="1" hangingPunct="1">
              <a:defRPr/>
            </a:pPr>
            <a:r>
              <a:rPr lang="en-US" sz="3600" dirty="0"/>
              <a:t>EXAMPLE 2: </a:t>
            </a:r>
            <a:r>
              <a:rPr lang="en-US" sz="3600" dirty="0">
                <a:solidFill>
                  <a:schemeClr val="tx1"/>
                </a:solidFill>
              </a:rPr>
              <a:t>Opportunity cost</a:t>
            </a:r>
          </a:p>
        </p:txBody>
      </p:sp>
      <p:sp>
        <p:nvSpPr>
          <p:cNvPr id="22533" name="Slide Number Placeholder 1"/>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Lst>
        </p:spPr>
        <p:txBody>
          <a:bodyPr/>
          <a:lstStyle>
            <a:lvl1pPr algn="l" eaLnBrk="0" hangingPunct="0">
              <a:defRPr sz="3400">
                <a:solidFill>
                  <a:srgbClr val="005EA4"/>
                </a:solidFill>
                <a:latin typeface="Arial" pitchFamily="34" charset="0"/>
              </a:defRPr>
            </a:lvl1pPr>
            <a:lvl2pPr marL="742950" indent="-285750" algn="l" eaLnBrk="0" hangingPunct="0">
              <a:buFont typeface="Arial" pitchFamily="34" charset="0"/>
              <a:buChar char="–"/>
              <a:defRPr sz="3200">
                <a:solidFill>
                  <a:schemeClr val="tx1"/>
                </a:solidFill>
                <a:latin typeface="Arial" pitchFamily="34" charset="0"/>
              </a:defRPr>
            </a:lvl2pPr>
            <a:lvl3pPr marL="1143000" indent="-228600" algn="l" eaLnBrk="0" hangingPunct="0">
              <a:buSzPct val="90000"/>
              <a:defRPr sz="2800">
                <a:solidFill>
                  <a:schemeClr val="tx1"/>
                </a:solidFill>
                <a:latin typeface="Arial" pitchFamily="34" charset="0"/>
              </a:defRPr>
            </a:lvl3pPr>
            <a:lvl4pPr marL="1600200" indent="-228600" algn="l" eaLnBrk="0" hangingPunct="0">
              <a:buChar char="–"/>
              <a:defRPr sz="2400">
                <a:solidFill>
                  <a:schemeClr val="tx1"/>
                </a:solidFill>
                <a:latin typeface="Arial" pitchFamily="34" charset="0"/>
              </a:defRPr>
            </a:lvl4pPr>
            <a:lvl5pPr marL="2057400" indent="-228600" algn="l" eaLnBrk="0" hangingPunct="0">
              <a:buChar char="»"/>
              <a:defRPr sz="2000">
                <a:solidFill>
                  <a:schemeClr val="tx1"/>
                </a:solidFill>
                <a:latin typeface="Arial" pitchFamily="34" charset="0"/>
              </a:defRPr>
            </a:lvl5pPr>
            <a:lvl6pPr marL="2514600" indent="-228600" eaLnBrk="0" fontAlgn="base" hangingPunct="0">
              <a:spcBef>
                <a:spcPct val="20000"/>
              </a:spcBef>
              <a:spcAft>
                <a:spcPct val="0"/>
              </a:spcAft>
              <a:buChar char="»"/>
              <a:defRPr sz="2000">
                <a:solidFill>
                  <a:schemeClr val="tx1"/>
                </a:solidFill>
                <a:latin typeface="Arial" pitchFamily="34" charset="0"/>
              </a:defRPr>
            </a:lvl6pPr>
            <a:lvl7pPr marL="2971800" indent="-228600" eaLnBrk="0" fontAlgn="base" hangingPunct="0">
              <a:spcBef>
                <a:spcPct val="20000"/>
              </a:spcBef>
              <a:spcAft>
                <a:spcPct val="0"/>
              </a:spcAft>
              <a:buChar char="»"/>
              <a:defRPr sz="2000">
                <a:solidFill>
                  <a:schemeClr val="tx1"/>
                </a:solidFill>
                <a:latin typeface="Arial" pitchFamily="34" charset="0"/>
              </a:defRPr>
            </a:lvl7pPr>
            <a:lvl8pPr marL="3429000" indent="-228600" eaLnBrk="0" fontAlgn="base" hangingPunct="0">
              <a:spcBef>
                <a:spcPct val="20000"/>
              </a:spcBef>
              <a:spcAft>
                <a:spcPct val="0"/>
              </a:spcAft>
              <a:buChar char="»"/>
              <a:defRPr sz="2000">
                <a:solidFill>
                  <a:schemeClr val="tx1"/>
                </a:solidFill>
                <a:latin typeface="Arial" pitchFamily="34" charset="0"/>
              </a:defRPr>
            </a:lvl8pPr>
            <a:lvl9pPr marL="3886200" indent="-228600" eaLnBrk="0" fontAlgn="base" hangingPunct="0">
              <a:spcBef>
                <a:spcPct val="20000"/>
              </a:spcBef>
              <a:spcAft>
                <a:spcPct val="0"/>
              </a:spcAft>
              <a:buChar char="»"/>
              <a:defRPr sz="2000">
                <a:solidFill>
                  <a:schemeClr val="tx1"/>
                </a:solidFill>
                <a:latin typeface="Arial" pitchFamily="34" charset="0"/>
              </a:defRPr>
            </a:lvl9pPr>
          </a:lstStyle>
          <a:p>
            <a:pPr algn="ctr" eaLnBrk="1" hangingPunct="1"/>
            <a:fld id="{258DB1D5-1407-4B75-87C6-A1F79120C6B8}" type="slidenum">
              <a:rPr lang="en-US" altLang="en-US" sz="1200" smtClean="0">
                <a:solidFill>
                  <a:srgbClr val="002060"/>
                </a:solidFill>
              </a:rPr>
              <a:pPr algn="ctr" eaLnBrk="1" hangingPunct="1"/>
              <a:t>10</a:t>
            </a:fld>
            <a:endParaRPr lang="en-US" altLang="en-US" sz="1200">
              <a:solidFill>
                <a:srgbClr val="002060"/>
              </a:solidFill>
            </a:endParaRPr>
          </a:p>
        </p:txBody>
      </p:sp>
      <p:sp>
        <p:nvSpPr>
          <p:cNvPr id="25603" name="Content Placeholder 2"/>
          <p:cNvSpPr>
            <a:spLocks noGrp="1"/>
          </p:cNvSpPr>
          <p:nvPr>
            <p:ph idx="12"/>
          </p:nvPr>
        </p:nvSpPr>
        <p:spPr>
          <a:xfrm>
            <a:off x="228600" y="914400"/>
            <a:ext cx="8671347" cy="5486400"/>
          </a:xfrm>
        </p:spPr>
        <p:txBody>
          <a:bodyPr>
            <a:noAutofit/>
          </a:bodyPr>
          <a:lstStyle/>
          <a:p>
            <a:pPr eaLnBrk="1" hangingPunct="1">
              <a:defRPr/>
            </a:pPr>
            <a:r>
              <a:rPr lang="en-US" sz="3200" dirty="0"/>
              <a:t>What is the opportunity cost of going to college for a year? </a:t>
            </a:r>
          </a:p>
          <a:p>
            <a:pPr lvl="2" eaLnBrk="1" hangingPunct="1">
              <a:defRPr/>
            </a:pPr>
            <a:r>
              <a:rPr lang="en-US" sz="2800" dirty="0">
                <a:solidFill>
                  <a:srgbClr val="4E519E"/>
                </a:solidFill>
              </a:rPr>
              <a:t>Tuition, books, and fees</a:t>
            </a:r>
          </a:p>
          <a:p>
            <a:pPr lvl="2" eaLnBrk="1" hangingPunct="1">
              <a:defRPr/>
            </a:pPr>
            <a:r>
              <a:rPr lang="en-US" sz="2800" dirty="0">
                <a:solidFill>
                  <a:srgbClr val="4E519E"/>
                </a:solidFill>
              </a:rPr>
              <a:t>NOT: room and board</a:t>
            </a:r>
          </a:p>
          <a:p>
            <a:pPr lvl="2" eaLnBrk="1" hangingPunct="1">
              <a:defRPr/>
            </a:pPr>
            <a:r>
              <a:rPr lang="en-US" sz="2800" dirty="0">
                <a:solidFill>
                  <a:srgbClr val="4E519E"/>
                </a:solidFill>
              </a:rPr>
              <a:t>PLUS foregone earnings</a:t>
            </a:r>
          </a:p>
          <a:p>
            <a:pPr eaLnBrk="1" hangingPunct="1">
              <a:defRPr/>
            </a:pPr>
            <a:r>
              <a:rPr lang="en-US" sz="3200" dirty="0"/>
              <a:t>What is the opportunity cost of going to the movies? </a:t>
            </a:r>
          </a:p>
          <a:p>
            <a:pPr lvl="2" eaLnBrk="1" hangingPunct="1">
              <a:defRPr/>
            </a:pPr>
            <a:r>
              <a:rPr lang="en-US" sz="2800" dirty="0">
                <a:solidFill>
                  <a:srgbClr val="4E519E"/>
                </a:solidFill>
              </a:rPr>
              <a:t>The price of the movie ticket</a:t>
            </a:r>
          </a:p>
          <a:p>
            <a:pPr lvl="2" eaLnBrk="1" hangingPunct="1">
              <a:defRPr/>
            </a:pPr>
            <a:r>
              <a:rPr lang="en-US" sz="2800" dirty="0">
                <a:solidFill>
                  <a:srgbClr val="4E519E"/>
                </a:solidFill>
              </a:rPr>
              <a:t>PLUS the value of the time you spend in the theater</a:t>
            </a:r>
          </a:p>
        </p:txBody>
      </p:sp>
      <p:sp>
        <p:nvSpPr>
          <p:cNvPr id="6" name="Footer Placeholder 2"/>
          <p:cNvSpPr>
            <a:spLocks noGrp="1"/>
          </p:cNvSpPr>
          <p:nvPr>
            <p:ph type="ftr" sz="quarter" idx="4294967295"/>
          </p:nvPr>
        </p:nvSpPr>
        <p:spPr>
          <a:xfrm>
            <a:off x="381000" y="6400800"/>
            <a:ext cx="8305800" cy="457200"/>
          </a:xfrm>
          <a:prstGeom prst="rect">
            <a:avLst/>
          </a:prstGeom>
          <a:noFill/>
        </p:spPr>
        <p:txBody>
          <a:bodyPr vert="horz" lIns="91440" tIns="45720" rIns="91440" bIns="45720" rtlCol="0" anchor="ctr"/>
          <a:lstStyle>
            <a:lvl1pPr algn="l">
              <a:buNone/>
              <a:defRPr sz="900">
                <a:solidFill>
                  <a:schemeClr val="tx1"/>
                </a:solidFill>
                <a:cs typeface="Arial" pitchFamily="34" charset="0"/>
              </a:defRPr>
            </a:lvl1pPr>
          </a:lstStyle>
          <a:p>
            <a:pPr fontAlgn="base">
              <a:spcAft>
                <a:spcPct val="0"/>
              </a:spcAft>
              <a:defRPr/>
            </a:pPr>
            <a:r>
              <a:rPr lang="en-US" dirty="0"/>
              <a:t>Mankiw, </a:t>
            </a:r>
            <a:r>
              <a:rPr lang="en-US" i="1" dirty="0"/>
              <a:t>Principles of Economics</a:t>
            </a:r>
            <a:r>
              <a:rPr lang="en-US" dirty="0"/>
              <a:t>, 11th Edition. © 2027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26362554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25603">
                                            <p:txEl>
                                              <p:pRg st="0" end="0"/>
                                            </p:txEl>
                                          </p:spTgt>
                                        </p:tgtEl>
                                        <p:attrNameLst>
                                          <p:attrName>style.visibility</p:attrName>
                                        </p:attrNameLst>
                                      </p:cBhvr>
                                      <p:to>
                                        <p:strVal val="visible"/>
                                      </p:to>
                                    </p:set>
                                    <p:animEffect transition="in" filter="wipe(left)">
                                      <p:cBhvr>
                                        <p:cTn id="7" dur="500"/>
                                        <p:tgtEl>
                                          <p:spTgt spid="2560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5603">
                                            <p:txEl>
                                              <p:pRg st="1" end="1"/>
                                            </p:txEl>
                                          </p:spTgt>
                                        </p:tgtEl>
                                        <p:attrNameLst>
                                          <p:attrName>style.visibility</p:attrName>
                                        </p:attrNameLst>
                                      </p:cBhvr>
                                      <p:to>
                                        <p:strVal val="visible"/>
                                      </p:to>
                                    </p:set>
                                    <p:animEffect transition="in" filter="wipe(left)">
                                      <p:cBhvr>
                                        <p:cTn id="12" dur="500"/>
                                        <p:tgtEl>
                                          <p:spTgt spid="2560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5603">
                                            <p:txEl>
                                              <p:pRg st="2" end="2"/>
                                            </p:txEl>
                                          </p:spTgt>
                                        </p:tgtEl>
                                        <p:attrNameLst>
                                          <p:attrName>style.visibility</p:attrName>
                                        </p:attrNameLst>
                                      </p:cBhvr>
                                      <p:to>
                                        <p:strVal val="visible"/>
                                      </p:to>
                                    </p:set>
                                    <p:animEffect transition="in" filter="wipe(left)">
                                      <p:cBhvr>
                                        <p:cTn id="17" dur="500"/>
                                        <p:tgtEl>
                                          <p:spTgt spid="2560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5603">
                                            <p:txEl>
                                              <p:pRg st="3" end="3"/>
                                            </p:txEl>
                                          </p:spTgt>
                                        </p:tgtEl>
                                        <p:attrNameLst>
                                          <p:attrName>style.visibility</p:attrName>
                                        </p:attrNameLst>
                                      </p:cBhvr>
                                      <p:to>
                                        <p:strVal val="visible"/>
                                      </p:to>
                                    </p:set>
                                    <p:animEffect transition="in" filter="wipe(left)">
                                      <p:cBhvr>
                                        <p:cTn id="22" dur="500"/>
                                        <p:tgtEl>
                                          <p:spTgt spid="2560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25603">
                                            <p:txEl>
                                              <p:pRg st="4" end="4"/>
                                            </p:txEl>
                                          </p:spTgt>
                                        </p:tgtEl>
                                        <p:attrNameLst>
                                          <p:attrName>style.visibility</p:attrName>
                                        </p:attrNameLst>
                                      </p:cBhvr>
                                      <p:to>
                                        <p:strVal val="visible"/>
                                      </p:to>
                                    </p:set>
                                    <p:animEffect transition="in" filter="wipe(left)">
                                      <p:cBhvr>
                                        <p:cTn id="27" dur="500"/>
                                        <p:tgtEl>
                                          <p:spTgt spid="2560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25603">
                                            <p:txEl>
                                              <p:pRg st="5" end="5"/>
                                            </p:txEl>
                                          </p:spTgt>
                                        </p:tgtEl>
                                        <p:attrNameLst>
                                          <p:attrName>style.visibility</p:attrName>
                                        </p:attrNameLst>
                                      </p:cBhvr>
                                      <p:to>
                                        <p:strVal val="visible"/>
                                      </p:to>
                                    </p:set>
                                    <p:animEffect transition="in" filter="wipe(left)">
                                      <p:cBhvr>
                                        <p:cTn id="32" dur="500"/>
                                        <p:tgtEl>
                                          <p:spTgt spid="2560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25603">
                                            <p:txEl>
                                              <p:pRg st="6" end="6"/>
                                            </p:txEl>
                                          </p:spTgt>
                                        </p:tgtEl>
                                        <p:attrNameLst>
                                          <p:attrName>style.visibility</p:attrName>
                                        </p:attrNameLst>
                                      </p:cBhvr>
                                      <p:to>
                                        <p:strVal val="visible"/>
                                      </p:to>
                                    </p:set>
                                    <p:animEffect transition="in" filter="wipe(left)">
                                      <p:cBhvr>
                                        <p:cTn id="37" dur="500"/>
                                        <p:tgtEl>
                                          <p:spTgt spid="2560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03" grpId="0" uiExpand="1"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p:cNvSpPr>
            <a:spLocks noGrp="1"/>
          </p:cNvSpPr>
          <p:nvPr>
            <p:ph type="title"/>
          </p:nvPr>
        </p:nvSpPr>
        <p:spPr/>
        <p:txBody>
          <a:bodyPr wrap="square" anchor="ctr"/>
          <a:lstStyle/>
          <a:p>
            <a:pPr marL="0" indent="0" eaLnBrk="1" hangingPunct="1">
              <a:defRPr/>
            </a:pPr>
            <a:r>
              <a:rPr lang="en-US" sz="3200" dirty="0"/>
              <a:t>Principle 3: Rational People Think at the Margin</a:t>
            </a:r>
          </a:p>
        </p:txBody>
      </p:sp>
      <p:sp>
        <p:nvSpPr>
          <p:cNvPr id="26627" name="Content Placeholder 2"/>
          <p:cNvSpPr>
            <a:spLocks noGrp="1"/>
          </p:cNvSpPr>
          <p:nvPr>
            <p:ph idx="1"/>
          </p:nvPr>
        </p:nvSpPr>
        <p:spPr/>
        <p:txBody>
          <a:bodyPr/>
          <a:lstStyle/>
          <a:p>
            <a:pPr eaLnBrk="1" hangingPunct="1">
              <a:defRPr/>
            </a:pPr>
            <a:r>
              <a:rPr lang="en-US" dirty="0"/>
              <a:t>Rational people</a:t>
            </a:r>
          </a:p>
          <a:p>
            <a:pPr lvl="1" eaLnBrk="1" hangingPunct="1">
              <a:defRPr/>
            </a:pPr>
            <a:r>
              <a:rPr lang="en-US" dirty="0"/>
              <a:t>Systematically and purposefully do the best they can to achieve their goals, given the available opportunities</a:t>
            </a:r>
          </a:p>
          <a:p>
            <a:pPr lvl="1" eaLnBrk="1" hangingPunct="1">
              <a:defRPr/>
            </a:pPr>
            <a:r>
              <a:rPr lang="en-US" dirty="0"/>
              <a:t>Make decisions by evaluating costs and benefits of </a:t>
            </a:r>
            <a:r>
              <a:rPr lang="en-US" dirty="0">
                <a:solidFill>
                  <a:srgbClr val="C00000"/>
                </a:solidFill>
              </a:rPr>
              <a:t>marginal changes</a:t>
            </a:r>
          </a:p>
          <a:p>
            <a:pPr lvl="2" eaLnBrk="1" hangingPunct="1">
              <a:defRPr/>
            </a:pPr>
            <a:r>
              <a:rPr lang="en-US" dirty="0"/>
              <a:t>Small incremental adjustments to a plan of action</a:t>
            </a:r>
          </a:p>
          <a:p>
            <a:pPr lvl="2" eaLnBrk="1" hangingPunct="1">
              <a:defRPr/>
            </a:pPr>
            <a:r>
              <a:rPr lang="en-US" dirty="0"/>
              <a:t>Marginal benefit vs. marginal cost</a:t>
            </a:r>
          </a:p>
        </p:txBody>
      </p:sp>
      <p:sp>
        <p:nvSpPr>
          <p:cNvPr id="23557" name="Slide Number Placeholder 1"/>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Lst>
        </p:spPr>
        <p:txBody>
          <a:bodyPr/>
          <a:lstStyle>
            <a:lvl1pPr algn="l" eaLnBrk="0" hangingPunct="0">
              <a:defRPr sz="3400">
                <a:solidFill>
                  <a:srgbClr val="005EA4"/>
                </a:solidFill>
                <a:latin typeface="Arial" pitchFamily="34" charset="0"/>
              </a:defRPr>
            </a:lvl1pPr>
            <a:lvl2pPr marL="742950" indent="-285750" algn="l" eaLnBrk="0" hangingPunct="0">
              <a:buFont typeface="Arial" pitchFamily="34" charset="0"/>
              <a:buChar char="–"/>
              <a:defRPr sz="3200">
                <a:solidFill>
                  <a:schemeClr val="tx1"/>
                </a:solidFill>
                <a:latin typeface="Arial" pitchFamily="34" charset="0"/>
              </a:defRPr>
            </a:lvl2pPr>
            <a:lvl3pPr marL="1143000" indent="-228600" algn="l" eaLnBrk="0" hangingPunct="0">
              <a:buSzPct val="90000"/>
              <a:defRPr sz="2800">
                <a:solidFill>
                  <a:schemeClr val="tx1"/>
                </a:solidFill>
                <a:latin typeface="Arial" pitchFamily="34" charset="0"/>
              </a:defRPr>
            </a:lvl3pPr>
            <a:lvl4pPr marL="1600200" indent="-228600" algn="l" eaLnBrk="0" hangingPunct="0">
              <a:buChar char="–"/>
              <a:defRPr sz="2400">
                <a:solidFill>
                  <a:schemeClr val="tx1"/>
                </a:solidFill>
                <a:latin typeface="Arial" pitchFamily="34" charset="0"/>
              </a:defRPr>
            </a:lvl4pPr>
            <a:lvl5pPr marL="2057400" indent="-228600" algn="l" eaLnBrk="0" hangingPunct="0">
              <a:buChar char="»"/>
              <a:defRPr sz="2000">
                <a:solidFill>
                  <a:schemeClr val="tx1"/>
                </a:solidFill>
                <a:latin typeface="Arial" pitchFamily="34" charset="0"/>
              </a:defRPr>
            </a:lvl5pPr>
            <a:lvl6pPr marL="2514600" indent="-228600" eaLnBrk="0" fontAlgn="base" hangingPunct="0">
              <a:spcBef>
                <a:spcPct val="20000"/>
              </a:spcBef>
              <a:spcAft>
                <a:spcPct val="0"/>
              </a:spcAft>
              <a:buChar char="»"/>
              <a:defRPr sz="2000">
                <a:solidFill>
                  <a:schemeClr val="tx1"/>
                </a:solidFill>
                <a:latin typeface="Arial" pitchFamily="34" charset="0"/>
              </a:defRPr>
            </a:lvl6pPr>
            <a:lvl7pPr marL="2971800" indent="-228600" eaLnBrk="0" fontAlgn="base" hangingPunct="0">
              <a:spcBef>
                <a:spcPct val="20000"/>
              </a:spcBef>
              <a:spcAft>
                <a:spcPct val="0"/>
              </a:spcAft>
              <a:buChar char="»"/>
              <a:defRPr sz="2000">
                <a:solidFill>
                  <a:schemeClr val="tx1"/>
                </a:solidFill>
                <a:latin typeface="Arial" pitchFamily="34" charset="0"/>
              </a:defRPr>
            </a:lvl7pPr>
            <a:lvl8pPr marL="3429000" indent="-228600" eaLnBrk="0" fontAlgn="base" hangingPunct="0">
              <a:spcBef>
                <a:spcPct val="20000"/>
              </a:spcBef>
              <a:spcAft>
                <a:spcPct val="0"/>
              </a:spcAft>
              <a:buChar char="»"/>
              <a:defRPr sz="2000">
                <a:solidFill>
                  <a:schemeClr val="tx1"/>
                </a:solidFill>
                <a:latin typeface="Arial" pitchFamily="34" charset="0"/>
              </a:defRPr>
            </a:lvl8pPr>
            <a:lvl9pPr marL="3886200" indent="-228600" eaLnBrk="0" fontAlgn="base" hangingPunct="0">
              <a:spcBef>
                <a:spcPct val="20000"/>
              </a:spcBef>
              <a:spcAft>
                <a:spcPct val="0"/>
              </a:spcAft>
              <a:buChar char="»"/>
              <a:defRPr sz="2000">
                <a:solidFill>
                  <a:schemeClr val="tx1"/>
                </a:solidFill>
                <a:latin typeface="Arial" pitchFamily="34" charset="0"/>
              </a:defRPr>
            </a:lvl9pPr>
          </a:lstStyle>
          <a:p>
            <a:pPr algn="ctr" eaLnBrk="1" hangingPunct="1"/>
            <a:fld id="{F271B6E0-2532-4410-8637-573066390243}" type="slidenum">
              <a:rPr lang="en-US" altLang="en-US" sz="1200" smtClean="0">
                <a:solidFill>
                  <a:srgbClr val="002060"/>
                </a:solidFill>
              </a:rPr>
              <a:pPr algn="ctr" eaLnBrk="1" hangingPunct="1"/>
              <a:t>11</a:t>
            </a:fld>
            <a:endParaRPr lang="en-US" altLang="en-US" sz="1200">
              <a:solidFill>
                <a:srgbClr val="002060"/>
              </a:solidFill>
            </a:endParaRPr>
          </a:p>
        </p:txBody>
      </p:sp>
      <p:sp>
        <p:nvSpPr>
          <p:cNvPr id="6" name="Footer Placeholder 2"/>
          <p:cNvSpPr>
            <a:spLocks noGrp="1"/>
          </p:cNvSpPr>
          <p:nvPr>
            <p:ph type="ftr" sz="quarter" idx="4294967295"/>
          </p:nvPr>
        </p:nvSpPr>
        <p:spPr>
          <a:xfrm>
            <a:off x="0" y="6400800"/>
            <a:ext cx="8686800" cy="457200"/>
          </a:xfrm>
          <a:prstGeom prst="rect">
            <a:avLst/>
          </a:prstGeom>
          <a:noFill/>
        </p:spPr>
        <p:txBody>
          <a:bodyPr vert="horz" lIns="91440" tIns="45720" rIns="91440" bIns="45720" rtlCol="0" anchor="ctr"/>
          <a:lstStyle>
            <a:lvl1pPr algn="l">
              <a:buNone/>
              <a:defRPr sz="900">
                <a:solidFill>
                  <a:schemeClr val="tx1"/>
                </a:solidFill>
                <a:cs typeface="Arial" pitchFamily="34" charset="0"/>
              </a:defRPr>
            </a:lvl1pPr>
          </a:lstStyle>
          <a:p>
            <a:pPr fontAlgn="base">
              <a:spcAft>
                <a:spcPct val="0"/>
              </a:spcAft>
              <a:defRPr/>
            </a:pPr>
            <a:r>
              <a:rPr lang="en-US" dirty="0"/>
              <a:t>Mankiw, </a:t>
            </a:r>
            <a:r>
              <a:rPr lang="en-US" i="1" dirty="0"/>
              <a:t>Principles of Economics</a:t>
            </a:r>
            <a:r>
              <a:rPr lang="en-US" dirty="0"/>
              <a:t>, 11th Edition. © 2027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420674851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Active Learning 1: </a:t>
            </a:r>
            <a:r>
              <a:rPr lang="en-US" dirty="0">
                <a:solidFill>
                  <a:schemeClr val="tx1"/>
                </a:solidFill>
              </a:rPr>
              <a:t>Thinking at the margin</a:t>
            </a:r>
          </a:p>
        </p:txBody>
      </p:sp>
      <p:sp>
        <p:nvSpPr>
          <p:cNvPr id="3" name="Content Placeholder 2"/>
          <p:cNvSpPr>
            <a:spLocks noGrp="1"/>
          </p:cNvSpPr>
          <p:nvPr>
            <p:ph idx="1"/>
          </p:nvPr>
        </p:nvSpPr>
        <p:spPr>
          <a:xfrm>
            <a:off x="152400" y="838200"/>
            <a:ext cx="8839200" cy="5534025"/>
          </a:xfrm>
        </p:spPr>
        <p:txBody>
          <a:bodyPr>
            <a:noAutofit/>
          </a:bodyPr>
          <a:lstStyle/>
          <a:p>
            <a:pPr marL="514350" indent="-514350" eaLnBrk="1" hangingPunct="1">
              <a:buClr>
                <a:srgbClr val="C00000"/>
              </a:buClr>
              <a:buFontTx/>
              <a:buAutoNum type="alphaUcPeriod"/>
              <a:defRPr/>
            </a:pPr>
            <a:r>
              <a:rPr lang="en-US" sz="3100" dirty="0">
                <a:solidFill>
                  <a:schemeClr val="tx1"/>
                </a:solidFill>
              </a:rPr>
              <a:t>As the manager at the local Save-a-lot, you are thinking of hiring one more cashier that would increase sales revenues by $400 per week. The new cashier would earn $300 per week. Should you hire the new cashier? Why?</a:t>
            </a:r>
            <a:endParaRPr lang="en-US" sz="3100" dirty="0">
              <a:solidFill>
                <a:srgbClr val="002060"/>
              </a:solidFill>
            </a:endParaRPr>
          </a:p>
          <a:p>
            <a:pPr marL="514350" indent="-514350" eaLnBrk="1" hangingPunct="1">
              <a:buAutoNum type="alphaUcPeriod"/>
              <a:defRPr/>
            </a:pPr>
            <a:endParaRPr lang="en-US" sz="3100" dirty="0"/>
          </a:p>
          <a:p>
            <a:pPr marL="514350" indent="-514350" eaLnBrk="1" hangingPunct="1">
              <a:buClr>
                <a:srgbClr val="C00000"/>
              </a:buClr>
              <a:buAutoNum type="alphaUcPeriod"/>
              <a:defRPr/>
            </a:pPr>
            <a:r>
              <a:rPr lang="en-US" sz="3100" dirty="0"/>
              <a:t>You pay $8/month for access to Disney Plus, regardless of how many movies or TV shows you watch in a month. Should you watch one more movie (or episode)? Why?</a:t>
            </a:r>
          </a:p>
        </p:txBody>
      </p:sp>
      <p:sp>
        <p:nvSpPr>
          <p:cNvPr id="4" name="Slide Number Placeholder 3"/>
          <p:cNvSpPr>
            <a:spLocks noGrp="1"/>
          </p:cNvSpPr>
          <p:nvPr>
            <p:ph type="sldNum" sz="quarter" idx="10"/>
          </p:nvPr>
        </p:nvSpPr>
        <p:spPr/>
        <p:txBody>
          <a:bodyPr/>
          <a:lstStyle/>
          <a:p>
            <a:pPr>
              <a:defRPr/>
            </a:pPr>
            <a:fld id="{073C29DC-2178-4274-9150-45F8EBD31C2D}" type="slidenum">
              <a:rPr lang="en-US" smtClean="0"/>
              <a:pPr>
                <a:defRPr/>
              </a:pPr>
              <a:t>12</a:t>
            </a:fld>
            <a:endParaRPr lang="en-US"/>
          </a:p>
        </p:txBody>
      </p:sp>
      <p:sp>
        <p:nvSpPr>
          <p:cNvPr id="6" name="Footer Placeholder 2"/>
          <p:cNvSpPr>
            <a:spLocks noGrp="1"/>
          </p:cNvSpPr>
          <p:nvPr>
            <p:ph type="ftr" sz="quarter" idx="4294967295"/>
          </p:nvPr>
        </p:nvSpPr>
        <p:spPr>
          <a:xfrm>
            <a:off x="381000" y="6400800"/>
            <a:ext cx="8305800" cy="457200"/>
          </a:xfrm>
          <a:prstGeom prst="rect">
            <a:avLst/>
          </a:prstGeom>
          <a:noFill/>
        </p:spPr>
        <p:txBody>
          <a:bodyPr vert="horz" lIns="91440" tIns="45720" rIns="91440" bIns="45720" rtlCol="0" anchor="ctr"/>
          <a:lstStyle>
            <a:lvl1pPr algn="l">
              <a:buNone/>
              <a:defRPr sz="900">
                <a:solidFill>
                  <a:schemeClr val="tx1"/>
                </a:solidFill>
                <a:cs typeface="Arial" pitchFamily="34" charset="0"/>
              </a:defRPr>
            </a:lvl1pPr>
          </a:lstStyle>
          <a:p>
            <a:pPr fontAlgn="base">
              <a:spcAft>
                <a:spcPct val="0"/>
              </a:spcAft>
              <a:defRPr/>
            </a:pPr>
            <a:r>
              <a:rPr lang="en-US" dirty="0"/>
              <a:t>Mankiw, </a:t>
            </a:r>
            <a:r>
              <a:rPr lang="en-US" i="1" dirty="0"/>
              <a:t>Principles of Economics</a:t>
            </a:r>
            <a:r>
              <a:rPr lang="en-US" dirty="0"/>
              <a:t>, 11th Edition. © 2027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3144318758"/>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a:t>Active Learning 1: </a:t>
            </a:r>
            <a:r>
              <a:rPr lang="en-US" dirty="0"/>
              <a:t>Answers, A</a:t>
            </a:r>
          </a:p>
        </p:txBody>
      </p:sp>
      <p:sp>
        <p:nvSpPr>
          <p:cNvPr id="3" name="Content Placeholder 2"/>
          <p:cNvSpPr>
            <a:spLocks noGrp="1"/>
          </p:cNvSpPr>
          <p:nvPr>
            <p:ph idx="1"/>
          </p:nvPr>
        </p:nvSpPr>
        <p:spPr>
          <a:xfrm>
            <a:off x="152400" y="838200"/>
            <a:ext cx="8839200" cy="5534025"/>
          </a:xfrm>
        </p:spPr>
        <p:txBody>
          <a:bodyPr>
            <a:normAutofit/>
          </a:bodyPr>
          <a:lstStyle/>
          <a:p>
            <a:pPr marL="514350" indent="-514350" eaLnBrk="1" hangingPunct="1">
              <a:buClr>
                <a:srgbClr val="C00000"/>
              </a:buClr>
              <a:buAutoNum type="alphaUcPeriod"/>
              <a:defRPr/>
            </a:pPr>
            <a:r>
              <a:rPr lang="en-US" dirty="0"/>
              <a:t>Manager at the local Save-a-lot:</a:t>
            </a:r>
          </a:p>
          <a:p>
            <a:pPr lvl="1" eaLnBrk="1" hangingPunct="1">
              <a:defRPr/>
            </a:pPr>
            <a:r>
              <a:rPr lang="en-US" dirty="0">
                <a:solidFill>
                  <a:srgbClr val="4E519E"/>
                </a:solidFill>
              </a:rPr>
              <a:t>Marginal benefit of hiring one more cashier:</a:t>
            </a:r>
          </a:p>
          <a:p>
            <a:pPr lvl="2" eaLnBrk="1" hangingPunct="1">
              <a:defRPr/>
            </a:pPr>
            <a:r>
              <a:rPr lang="en-US" sz="2800" dirty="0">
                <a:solidFill>
                  <a:srgbClr val="4E519E"/>
                </a:solidFill>
              </a:rPr>
              <a:t>Sales  would increase by $400 per week.</a:t>
            </a:r>
          </a:p>
          <a:p>
            <a:pPr lvl="1" eaLnBrk="1" hangingPunct="1">
              <a:defRPr/>
            </a:pPr>
            <a:r>
              <a:rPr lang="en-US" dirty="0">
                <a:solidFill>
                  <a:srgbClr val="4E519E"/>
                </a:solidFill>
              </a:rPr>
              <a:t>Marginal cost of hiring one more cashier:</a:t>
            </a:r>
          </a:p>
          <a:p>
            <a:pPr lvl="2" eaLnBrk="1" hangingPunct="1">
              <a:defRPr/>
            </a:pPr>
            <a:r>
              <a:rPr lang="en-US" sz="2800" dirty="0">
                <a:solidFill>
                  <a:srgbClr val="4E519E"/>
                </a:solidFill>
              </a:rPr>
              <a:t>The new cashier would earn $300.</a:t>
            </a:r>
          </a:p>
          <a:p>
            <a:pPr lvl="1" eaLnBrk="1" hangingPunct="1">
              <a:defRPr/>
            </a:pPr>
            <a:r>
              <a:rPr lang="en-US" dirty="0">
                <a:solidFill>
                  <a:srgbClr val="4E519E"/>
                </a:solidFill>
              </a:rPr>
              <a:t>Decision: Because the marginal benefit exceeds the marginal cost, the manager should hire the additional cashier</a:t>
            </a:r>
          </a:p>
        </p:txBody>
      </p:sp>
      <p:sp>
        <p:nvSpPr>
          <p:cNvPr id="4" name="Slide Number Placeholder 3"/>
          <p:cNvSpPr>
            <a:spLocks noGrp="1"/>
          </p:cNvSpPr>
          <p:nvPr>
            <p:ph type="sldNum" sz="quarter" idx="10"/>
          </p:nvPr>
        </p:nvSpPr>
        <p:spPr/>
        <p:txBody>
          <a:bodyPr/>
          <a:lstStyle/>
          <a:p>
            <a:pPr>
              <a:defRPr/>
            </a:pPr>
            <a:fld id="{073C29DC-2178-4274-9150-45F8EBD31C2D}" type="slidenum">
              <a:rPr lang="en-US" smtClean="0"/>
              <a:pPr>
                <a:defRPr/>
              </a:pPr>
              <a:t>13</a:t>
            </a:fld>
            <a:endParaRPr lang="en-US"/>
          </a:p>
        </p:txBody>
      </p:sp>
      <p:sp>
        <p:nvSpPr>
          <p:cNvPr id="6" name="Footer Placeholder 2"/>
          <p:cNvSpPr>
            <a:spLocks noGrp="1"/>
          </p:cNvSpPr>
          <p:nvPr>
            <p:ph type="ftr" sz="quarter" idx="4294967295"/>
          </p:nvPr>
        </p:nvSpPr>
        <p:spPr>
          <a:xfrm>
            <a:off x="381000" y="6400800"/>
            <a:ext cx="8305800" cy="457200"/>
          </a:xfrm>
          <a:prstGeom prst="rect">
            <a:avLst/>
          </a:prstGeom>
          <a:noFill/>
        </p:spPr>
        <p:txBody>
          <a:bodyPr vert="horz" lIns="91440" tIns="45720" rIns="91440" bIns="45720" rtlCol="0" anchor="ctr"/>
          <a:lstStyle>
            <a:lvl1pPr algn="l">
              <a:buNone/>
              <a:defRPr sz="900">
                <a:solidFill>
                  <a:schemeClr val="tx1"/>
                </a:solidFill>
                <a:cs typeface="Arial" pitchFamily="34" charset="0"/>
              </a:defRPr>
            </a:lvl1pPr>
          </a:lstStyle>
          <a:p>
            <a:pPr fontAlgn="base">
              <a:spcAft>
                <a:spcPct val="0"/>
              </a:spcAft>
              <a:defRPr/>
            </a:pPr>
            <a:r>
              <a:rPr lang="en-US" dirty="0"/>
              <a:t>Mankiw, </a:t>
            </a:r>
            <a:r>
              <a:rPr lang="en-US" i="1" dirty="0"/>
              <a:t>Principles of Economics</a:t>
            </a:r>
            <a:r>
              <a:rPr lang="en-US" dirty="0"/>
              <a:t>, 11th Edition. © 2027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4098648377"/>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a:t>Active Learning 1: </a:t>
            </a:r>
            <a:r>
              <a:rPr lang="en-US" dirty="0"/>
              <a:t>Answers, B</a:t>
            </a:r>
          </a:p>
        </p:txBody>
      </p:sp>
      <p:sp>
        <p:nvSpPr>
          <p:cNvPr id="3" name="Content Placeholder 2"/>
          <p:cNvSpPr>
            <a:spLocks noGrp="1"/>
          </p:cNvSpPr>
          <p:nvPr>
            <p:ph idx="1"/>
          </p:nvPr>
        </p:nvSpPr>
        <p:spPr>
          <a:xfrm>
            <a:off x="152400" y="838200"/>
            <a:ext cx="8839200" cy="5534025"/>
          </a:xfrm>
        </p:spPr>
        <p:txBody>
          <a:bodyPr>
            <a:normAutofit/>
          </a:bodyPr>
          <a:lstStyle/>
          <a:p>
            <a:pPr marL="0" indent="0" eaLnBrk="1" hangingPunct="1">
              <a:buNone/>
              <a:defRPr/>
            </a:pPr>
            <a:r>
              <a:rPr lang="en-US" sz="3000" dirty="0">
                <a:solidFill>
                  <a:srgbClr val="C00000"/>
                </a:solidFill>
              </a:rPr>
              <a:t>B. </a:t>
            </a:r>
            <a:r>
              <a:rPr lang="en-US" sz="3000" dirty="0"/>
              <a:t>Disney Plus:</a:t>
            </a:r>
          </a:p>
          <a:p>
            <a:pPr lvl="1" eaLnBrk="1" hangingPunct="1">
              <a:defRPr/>
            </a:pPr>
            <a:r>
              <a:rPr lang="en-US" dirty="0">
                <a:solidFill>
                  <a:srgbClr val="4E519E"/>
                </a:solidFill>
              </a:rPr>
              <a:t>Marginal benefit of watching one more movie: </a:t>
            </a:r>
          </a:p>
          <a:p>
            <a:pPr lvl="2" eaLnBrk="1" hangingPunct="1">
              <a:defRPr/>
            </a:pPr>
            <a:r>
              <a:rPr lang="en-US" sz="2800" dirty="0">
                <a:solidFill>
                  <a:srgbClr val="4E519E"/>
                </a:solidFill>
              </a:rPr>
              <a:t>The enjoyment you get from watching the movie</a:t>
            </a:r>
          </a:p>
          <a:p>
            <a:pPr lvl="1" eaLnBrk="1" hangingPunct="1">
              <a:defRPr/>
            </a:pPr>
            <a:r>
              <a:rPr lang="en-US" dirty="0">
                <a:solidFill>
                  <a:srgbClr val="4E519E"/>
                </a:solidFill>
              </a:rPr>
              <a:t>Marginal cost of watching one more movie: </a:t>
            </a:r>
          </a:p>
          <a:p>
            <a:pPr lvl="2" eaLnBrk="1" hangingPunct="1">
              <a:defRPr/>
            </a:pPr>
            <a:r>
              <a:rPr lang="en-US" sz="2800" dirty="0">
                <a:solidFill>
                  <a:srgbClr val="4E519E"/>
                </a:solidFill>
              </a:rPr>
              <a:t>Monetary cost = $0</a:t>
            </a:r>
          </a:p>
          <a:p>
            <a:pPr lvl="2" eaLnBrk="1" hangingPunct="1">
              <a:defRPr/>
            </a:pPr>
            <a:r>
              <a:rPr lang="en-US" sz="2800" dirty="0">
                <a:solidFill>
                  <a:srgbClr val="4E519E"/>
                </a:solidFill>
              </a:rPr>
              <a:t>Opportunity cost of time</a:t>
            </a:r>
          </a:p>
          <a:p>
            <a:pPr lvl="1" eaLnBrk="1" hangingPunct="1">
              <a:defRPr/>
            </a:pPr>
            <a:r>
              <a:rPr lang="en-US" dirty="0">
                <a:solidFill>
                  <a:srgbClr val="4E519E"/>
                </a:solidFill>
              </a:rPr>
              <a:t>Decision: If the marginal benefit exceeds the marginal cost, watch the movie.</a:t>
            </a:r>
          </a:p>
          <a:p>
            <a:pPr marL="0" indent="0" eaLnBrk="1" hangingPunct="1">
              <a:buNone/>
              <a:defRPr/>
            </a:pPr>
            <a:endParaRPr lang="en-US" dirty="0">
              <a:solidFill>
                <a:srgbClr val="002060"/>
              </a:solidFill>
            </a:endParaRPr>
          </a:p>
        </p:txBody>
      </p:sp>
      <p:sp>
        <p:nvSpPr>
          <p:cNvPr id="4" name="Slide Number Placeholder 3"/>
          <p:cNvSpPr>
            <a:spLocks noGrp="1"/>
          </p:cNvSpPr>
          <p:nvPr>
            <p:ph type="sldNum" sz="quarter" idx="10"/>
          </p:nvPr>
        </p:nvSpPr>
        <p:spPr/>
        <p:txBody>
          <a:bodyPr/>
          <a:lstStyle/>
          <a:p>
            <a:pPr>
              <a:defRPr/>
            </a:pPr>
            <a:fld id="{073C29DC-2178-4274-9150-45F8EBD31C2D}" type="slidenum">
              <a:rPr lang="en-US" smtClean="0"/>
              <a:pPr>
                <a:defRPr/>
              </a:pPr>
              <a:t>14</a:t>
            </a:fld>
            <a:endParaRPr lang="en-US"/>
          </a:p>
        </p:txBody>
      </p:sp>
      <p:sp>
        <p:nvSpPr>
          <p:cNvPr id="6" name="Footer Placeholder 2"/>
          <p:cNvSpPr>
            <a:spLocks noGrp="1"/>
          </p:cNvSpPr>
          <p:nvPr>
            <p:ph type="ftr" sz="quarter" idx="4294967295"/>
          </p:nvPr>
        </p:nvSpPr>
        <p:spPr>
          <a:xfrm>
            <a:off x="381000" y="6400800"/>
            <a:ext cx="8305800" cy="457200"/>
          </a:xfrm>
          <a:prstGeom prst="rect">
            <a:avLst/>
          </a:prstGeom>
          <a:noFill/>
        </p:spPr>
        <p:txBody>
          <a:bodyPr vert="horz" lIns="91440" tIns="45720" rIns="91440" bIns="45720" rtlCol="0" anchor="ctr"/>
          <a:lstStyle>
            <a:lvl1pPr algn="l">
              <a:buNone/>
              <a:defRPr sz="900">
                <a:solidFill>
                  <a:schemeClr val="tx1"/>
                </a:solidFill>
                <a:cs typeface="Arial" pitchFamily="34" charset="0"/>
              </a:defRPr>
            </a:lvl1pPr>
          </a:lstStyle>
          <a:p>
            <a:pPr fontAlgn="base">
              <a:spcAft>
                <a:spcPct val="0"/>
              </a:spcAft>
              <a:defRPr/>
            </a:pPr>
            <a:r>
              <a:rPr lang="en-US" dirty="0"/>
              <a:t>Mankiw, </a:t>
            </a:r>
            <a:r>
              <a:rPr lang="en-US" i="1" dirty="0"/>
              <a:t>Principles of Economics</a:t>
            </a:r>
            <a:r>
              <a:rPr lang="en-US" dirty="0"/>
              <a:t>, 11th Edition. © 2027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3758898575"/>
      </p:ext>
    </p:extLst>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p:cNvSpPr>
            <a:spLocks noGrp="1"/>
          </p:cNvSpPr>
          <p:nvPr>
            <p:ph type="title"/>
          </p:nvPr>
        </p:nvSpPr>
        <p:spPr/>
        <p:txBody>
          <a:bodyPr wrap="square" anchor="ctr"/>
          <a:lstStyle/>
          <a:p>
            <a:pPr eaLnBrk="1" hangingPunct="1"/>
            <a:r>
              <a:rPr lang="en-US" altLang="en-US" sz="3600" dirty="0"/>
              <a:t>Principle 4: People Respond to Incentives</a:t>
            </a:r>
          </a:p>
        </p:txBody>
      </p:sp>
      <p:sp>
        <p:nvSpPr>
          <p:cNvPr id="25603" name="Content Placeholder 2"/>
          <p:cNvSpPr>
            <a:spLocks noGrp="1"/>
          </p:cNvSpPr>
          <p:nvPr>
            <p:ph idx="1"/>
          </p:nvPr>
        </p:nvSpPr>
        <p:spPr/>
        <p:txBody>
          <a:bodyPr/>
          <a:lstStyle/>
          <a:p>
            <a:pPr eaLnBrk="1" hangingPunct="1"/>
            <a:r>
              <a:rPr lang="en-US" altLang="en-US" dirty="0"/>
              <a:t>Incentive</a:t>
            </a:r>
          </a:p>
          <a:p>
            <a:pPr lvl="1" eaLnBrk="1" hangingPunct="1"/>
            <a:r>
              <a:rPr lang="en-US" altLang="en-US" dirty="0"/>
              <a:t>Something that induces a person to act</a:t>
            </a:r>
          </a:p>
          <a:p>
            <a:pPr lvl="1" eaLnBrk="1" hangingPunct="1"/>
            <a:r>
              <a:rPr lang="en-US" altLang="en-US" dirty="0"/>
              <a:t>Can have unintended consequences</a:t>
            </a:r>
          </a:p>
          <a:p>
            <a:r>
              <a:rPr lang="en-US" dirty="0"/>
              <a:t>People respond to incentives</a:t>
            </a:r>
          </a:p>
          <a:p>
            <a:pPr lvl="1"/>
            <a:r>
              <a:rPr lang="en-US" dirty="0"/>
              <a:t>Because rational people make decisions by comparing costs and benefits </a:t>
            </a:r>
            <a:endParaRPr lang="en-US" altLang="en-US" dirty="0"/>
          </a:p>
          <a:p>
            <a:pPr eaLnBrk="1" hangingPunct="1"/>
            <a:r>
              <a:rPr lang="en-US" altLang="en-US" dirty="0"/>
              <a:t>An increase in the price of doughnuts: </a:t>
            </a:r>
          </a:p>
          <a:p>
            <a:pPr lvl="1" eaLnBrk="1" hangingPunct="1"/>
            <a:r>
              <a:rPr lang="en-US" altLang="en-US" dirty="0"/>
              <a:t>Consumers buy fewer doughnuts.</a:t>
            </a:r>
          </a:p>
          <a:p>
            <a:pPr lvl="1" eaLnBrk="1" hangingPunct="1"/>
            <a:r>
              <a:rPr lang="en-US" altLang="en-US" dirty="0"/>
              <a:t>Sellers produce more doughnuts.</a:t>
            </a:r>
          </a:p>
        </p:txBody>
      </p:sp>
      <p:sp>
        <p:nvSpPr>
          <p:cNvPr id="25605" name="Slide Number Placeholder 1"/>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Lst>
        </p:spPr>
        <p:txBody>
          <a:bodyPr/>
          <a:lstStyle>
            <a:lvl1pPr algn="l" eaLnBrk="0" hangingPunct="0">
              <a:defRPr sz="3400">
                <a:solidFill>
                  <a:srgbClr val="005EA4"/>
                </a:solidFill>
                <a:latin typeface="Arial" pitchFamily="34" charset="0"/>
              </a:defRPr>
            </a:lvl1pPr>
            <a:lvl2pPr marL="742950" indent="-285750" algn="l" eaLnBrk="0" hangingPunct="0">
              <a:buFont typeface="Arial" pitchFamily="34" charset="0"/>
              <a:buChar char="–"/>
              <a:defRPr sz="3200">
                <a:solidFill>
                  <a:schemeClr val="tx1"/>
                </a:solidFill>
                <a:latin typeface="Arial" pitchFamily="34" charset="0"/>
              </a:defRPr>
            </a:lvl2pPr>
            <a:lvl3pPr marL="1143000" indent="-228600" algn="l" eaLnBrk="0" hangingPunct="0">
              <a:buSzPct val="90000"/>
              <a:defRPr sz="2800">
                <a:solidFill>
                  <a:schemeClr val="tx1"/>
                </a:solidFill>
                <a:latin typeface="Arial" pitchFamily="34" charset="0"/>
              </a:defRPr>
            </a:lvl3pPr>
            <a:lvl4pPr marL="1600200" indent="-228600" algn="l" eaLnBrk="0" hangingPunct="0">
              <a:buChar char="–"/>
              <a:defRPr sz="2400">
                <a:solidFill>
                  <a:schemeClr val="tx1"/>
                </a:solidFill>
                <a:latin typeface="Arial" pitchFamily="34" charset="0"/>
              </a:defRPr>
            </a:lvl4pPr>
            <a:lvl5pPr marL="2057400" indent="-228600" algn="l" eaLnBrk="0" hangingPunct="0">
              <a:buChar char="»"/>
              <a:defRPr sz="2000">
                <a:solidFill>
                  <a:schemeClr val="tx1"/>
                </a:solidFill>
                <a:latin typeface="Arial" pitchFamily="34" charset="0"/>
              </a:defRPr>
            </a:lvl5pPr>
            <a:lvl6pPr marL="2514600" indent="-228600" eaLnBrk="0" fontAlgn="base" hangingPunct="0">
              <a:spcBef>
                <a:spcPct val="20000"/>
              </a:spcBef>
              <a:spcAft>
                <a:spcPct val="0"/>
              </a:spcAft>
              <a:buChar char="»"/>
              <a:defRPr sz="2000">
                <a:solidFill>
                  <a:schemeClr val="tx1"/>
                </a:solidFill>
                <a:latin typeface="Arial" pitchFamily="34" charset="0"/>
              </a:defRPr>
            </a:lvl6pPr>
            <a:lvl7pPr marL="2971800" indent="-228600" eaLnBrk="0" fontAlgn="base" hangingPunct="0">
              <a:spcBef>
                <a:spcPct val="20000"/>
              </a:spcBef>
              <a:spcAft>
                <a:spcPct val="0"/>
              </a:spcAft>
              <a:buChar char="»"/>
              <a:defRPr sz="2000">
                <a:solidFill>
                  <a:schemeClr val="tx1"/>
                </a:solidFill>
                <a:latin typeface="Arial" pitchFamily="34" charset="0"/>
              </a:defRPr>
            </a:lvl7pPr>
            <a:lvl8pPr marL="3429000" indent="-228600" eaLnBrk="0" fontAlgn="base" hangingPunct="0">
              <a:spcBef>
                <a:spcPct val="20000"/>
              </a:spcBef>
              <a:spcAft>
                <a:spcPct val="0"/>
              </a:spcAft>
              <a:buChar char="»"/>
              <a:defRPr sz="2000">
                <a:solidFill>
                  <a:schemeClr val="tx1"/>
                </a:solidFill>
                <a:latin typeface="Arial" pitchFamily="34" charset="0"/>
              </a:defRPr>
            </a:lvl8pPr>
            <a:lvl9pPr marL="3886200" indent="-228600" eaLnBrk="0" fontAlgn="base" hangingPunct="0">
              <a:spcBef>
                <a:spcPct val="20000"/>
              </a:spcBef>
              <a:spcAft>
                <a:spcPct val="0"/>
              </a:spcAft>
              <a:buChar char="»"/>
              <a:defRPr sz="2000">
                <a:solidFill>
                  <a:schemeClr val="tx1"/>
                </a:solidFill>
                <a:latin typeface="Arial" pitchFamily="34" charset="0"/>
              </a:defRPr>
            </a:lvl9pPr>
          </a:lstStyle>
          <a:p>
            <a:pPr algn="ctr" eaLnBrk="1" hangingPunct="1"/>
            <a:fld id="{8A71E2BD-391E-4B64-8867-9A644780BAF4}" type="slidenum">
              <a:rPr lang="en-US" altLang="en-US" sz="1200" smtClean="0">
                <a:solidFill>
                  <a:srgbClr val="002060"/>
                </a:solidFill>
              </a:rPr>
              <a:pPr algn="ctr" eaLnBrk="1" hangingPunct="1"/>
              <a:t>15</a:t>
            </a:fld>
            <a:endParaRPr lang="en-US" altLang="en-US" sz="1200">
              <a:solidFill>
                <a:srgbClr val="002060"/>
              </a:solidFill>
            </a:endParaRPr>
          </a:p>
        </p:txBody>
      </p:sp>
      <p:sp>
        <p:nvSpPr>
          <p:cNvPr id="6" name="Footer Placeholder 2"/>
          <p:cNvSpPr>
            <a:spLocks noGrp="1"/>
          </p:cNvSpPr>
          <p:nvPr>
            <p:ph type="ftr" sz="quarter" idx="4294967295"/>
          </p:nvPr>
        </p:nvSpPr>
        <p:spPr>
          <a:xfrm>
            <a:off x="0" y="6400800"/>
            <a:ext cx="8686800" cy="457200"/>
          </a:xfrm>
          <a:prstGeom prst="rect">
            <a:avLst/>
          </a:prstGeom>
          <a:noFill/>
        </p:spPr>
        <p:txBody>
          <a:bodyPr vert="horz" lIns="91440" tIns="45720" rIns="91440" bIns="45720" rtlCol="0" anchor="ctr"/>
          <a:lstStyle>
            <a:lvl1pPr algn="l">
              <a:buNone/>
              <a:defRPr sz="900">
                <a:solidFill>
                  <a:schemeClr val="tx1"/>
                </a:solidFill>
                <a:cs typeface="Arial" pitchFamily="34" charset="0"/>
              </a:defRPr>
            </a:lvl1pPr>
          </a:lstStyle>
          <a:p>
            <a:pPr fontAlgn="base">
              <a:spcAft>
                <a:spcPct val="0"/>
              </a:spcAft>
              <a:defRPr/>
            </a:pPr>
            <a:r>
              <a:rPr lang="en-US" dirty="0"/>
              <a:t>Mankiw, </a:t>
            </a:r>
            <a:r>
              <a:rPr lang="en-US" i="1" dirty="0"/>
              <a:t>Principles of Economics</a:t>
            </a:r>
            <a:r>
              <a:rPr lang="en-US" dirty="0"/>
              <a:t>, 11th Edition. © 2027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48069077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a:t>EXAMPLE 3: </a:t>
            </a:r>
            <a:r>
              <a:rPr lang="en-US" sz="3600" dirty="0">
                <a:solidFill>
                  <a:schemeClr val="tx1"/>
                </a:solidFill>
              </a:rPr>
              <a:t>Incentives </a:t>
            </a:r>
          </a:p>
        </p:txBody>
      </p:sp>
      <p:sp>
        <p:nvSpPr>
          <p:cNvPr id="3" name="Content Placeholder 2"/>
          <p:cNvSpPr>
            <a:spLocks noGrp="1"/>
          </p:cNvSpPr>
          <p:nvPr>
            <p:ph idx="1"/>
          </p:nvPr>
        </p:nvSpPr>
        <p:spPr/>
        <p:txBody>
          <a:bodyPr>
            <a:normAutofit/>
          </a:bodyPr>
          <a:lstStyle/>
          <a:p>
            <a:pPr marL="0" indent="0">
              <a:buNone/>
            </a:pPr>
            <a:r>
              <a:rPr lang="en-US" dirty="0"/>
              <a:t>The government increases the gasoline tax by $1 per gallon. </a:t>
            </a:r>
          </a:p>
          <a:p>
            <a:pPr>
              <a:buClr>
                <a:srgbClr val="C00000"/>
              </a:buClr>
            </a:pPr>
            <a:r>
              <a:rPr lang="en-US" dirty="0"/>
              <a:t>How do consumers respond? </a:t>
            </a:r>
          </a:p>
        </p:txBody>
      </p:sp>
      <p:sp>
        <p:nvSpPr>
          <p:cNvPr id="4" name="Slide Number Placeholder 3"/>
          <p:cNvSpPr>
            <a:spLocks noGrp="1"/>
          </p:cNvSpPr>
          <p:nvPr>
            <p:ph type="sldNum" sz="quarter" idx="10"/>
          </p:nvPr>
        </p:nvSpPr>
        <p:spPr/>
        <p:txBody>
          <a:bodyPr/>
          <a:lstStyle/>
          <a:p>
            <a:pPr>
              <a:defRPr/>
            </a:pPr>
            <a:fld id="{073C29DC-2178-4274-9150-45F8EBD31C2D}" type="slidenum">
              <a:rPr lang="en-US" smtClean="0"/>
              <a:pPr>
                <a:defRPr/>
              </a:pPr>
              <a:t>16</a:t>
            </a:fld>
            <a:endParaRPr lang="en-US"/>
          </a:p>
        </p:txBody>
      </p:sp>
      <p:sp>
        <p:nvSpPr>
          <p:cNvPr id="6" name="Content Placeholder 5"/>
          <p:cNvSpPr>
            <a:spLocks noGrp="1"/>
          </p:cNvSpPr>
          <p:nvPr>
            <p:ph idx="12"/>
          </p:nvPr>
        </p:nvSpPr>
        <p:spPr>
          <a:xfrm>
            <a:off x="381000" y="2514600"/>
            <a:ext cx="8518947" cy="3657600"/>
          </a:xfrm>
        </p:spPr>
        <p:txBody>
          <a:bodyPr>
            <a:normAutofit/>
          </a:bodyPr>
          <a:lstStyle/>
          <a:p>
            <a:pPr lvl="1"/>
            <a:r>
              <a:rPr lang="en-US" dirty="0"/>
              <a:t>Drive more fuel-efficient cars, shift to electric cars</a:t>
            </a:r>
          </a:p>
          <a:p>
            <a:pPr lvl="1"/>
            <a:r>
              <a:rPr lang="en-US" dirty="0"/>
              <a:t>Carpool, ride bikes</a:t>
            </a:r>
          </a:p>
          <a:p>
            <a:pPr lvl="1"/>
            <a:r>
              <a:rPr lang="en-US" dirty="0"/>
              <a:t>Use public transportation</a:t>
            </a:r>
          </a:p>
          <a:p>
            <a:pPr lvl="1"/>
            <a:r>
              <a:rPr lang="en-US" dirty="0"/>
              <a:t>Move closer to work</a:t>
            </a:r>
          </a:p>
          <a:p>
            <a:pPr>
              <a:buClr>
                <a:srgbClr val="C00000"/>
              </a:buClr>
            </a:pPr>
            <a:r>
              <a:rPr lang="en-US" sz="3200" dirty="0">
                <a:solidFill>
                  <a:schemeClr val="tx1"/>
                </a:solidFill>
              </a:rPr>
              <a:t>How do businesses respond? </a:t>
            </a:r>
          </a:p>
        </p:txBody>
      </p:sp>
      <p:sp>
        <p:nvSpPr>
          <p:cNvPr id="7" name="Footer Placeholder 2"/>
          <p:cNvSpPr>
            <a:spLocks noGrp="1"/>
          </p:cNvSpPr>
          <p:nvPr>
            <p:ph type="ftr" sz="quarter" idx="4294967295"/>
          </p:nvPr>
        </p:nvSpPr>
        <p:spPr>
          <a:xfrm>
            <a:off x="381000" y="6400800"/>
            <a:ext cx="8305800" cy="457200"/>
          </a:xfrm>
          <a:prstGeom prst="rect">
            <a:avLst/>
          </a:prstGeom>
          <a:noFill/>
        </p:spPr>
        <p:txBody>
          <a:bodyPr vert="horz" lIns="91440" tIns="45720" rIns="91440" bIns="45720" rtlCol="0" anchor="ctr"/>
          <a:lstStyle>
            <a:lvl1pPr algn="l">
              <a:buNone/>
              <a:defRPr sz="900">
                <a:solidFill>
                  <a:schemeClr val="tx1"/>
                </a:solidFill>
                <a:cs typeface="Arial" pitchFamily="34" charset="0"/>
              </a:defRPr>
            </a:lvl1pPr>
          </a:lstStyle>
          <a:p>
            <a:pPr fontAlgn="base">
              <a:spcAft>
                <a:spcPct val="0"/>
              </a:spcAft>
              <a:defRPr/>
            </a:pPr>
            <a:r>
              <a:rPr lang="en-US" dirty="0"/>
              <a:t>Mankiw, </a:t>
            </a:r>
            <a:r>
              <a:rPr lang="en-US" i="1" dirty="0"/>
              <a:t>Principles of Economics</a:t>
            </a:r>
            <a:r>
              <a:rPr lang="en-US" dirty="0"/>
              <a:t>, 11th Edition. © 2027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2976324966"/>
      </p:ext>
    </p:extLst>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Active Learning 2: </a:t>
            </a:r>
            <a:r>
              <a:rPr lang="en-US" dirty="0">
                <a:solidFill>
                  <a:schemeClr val="tx1"/>
                </a:solidFill>
              </a:rPr>
              <a:t>Applying the principles</a:t>
            </a:r>
          </a:p>
        </p:txBody>
      </p:sp>
      <p:sp>
        <p:nvSpPr>
          <p:cNvPr id="3" name="Content Placeholder 2"/>
          <p:cNvSpPr>
            <a:spLocks noGrp="1"/>
          </p:cNvSpPr>
          <p:nvPr>
            <p:ph idx="1"/>
          </p:nvPr>
        </p:nvSpPr>
        <p:spPr>
          <a:xfrm>
            <a:off x="152400" y="838200"/>
            <a:ext cx="8839200" cy="5562600"/>
          </a:xfrm>
        </p:spPr>
        <p:txBody>
          <a:bodyPr>
            <a:normAutofit/>
          </a:bodyPr>
          <a:lstStyle/>
          <a:p>
            <a:pPr marL="0" indent="0">
              <a:buNone/>
            </a:pPr>
            <a:r>
              <a:rPr lang="en-US" sz="3100" dirty="0">
                <a:solidFill>
                  <a:srgbClr val="4E519E"/>
                </a:solidFill>
              </a:rPr>
              <a:t>You are selling your black 1967 Chevy Impala. You have already spent $2,000 on repairs. At the last minute, the transmission dies. You can pay $1,400 to have it repaired or sell the car “as is.” </a:t>
            </a:r>
          </a:p>
          <a:p>
            <a:pPr marL="0" indent="0">
              <a:buNone/>
            </a:pPr>
            <a:r>
              <a:rPr lang="en-US" sz="3100" dirty="0">
                <a:solidFill>
                  <a:srgbClr val="4E519E"/>
                </a:solidFill>
              </a:rPr>
              <a:t>In each of the following scenarios, should you have the transmission repaired? Explain.</a:t>
            </a:r>
          </a:p>
          <a:p>
            <a:pPr marL="914400" lvl="1" indent="-514350">
              <a:buClr>
                <a:srgbClr val="C00000"/>
              </a:buClr>
              <a:buFont typeface="+mj-lt"/>
              <a:buAutoNum type="alphaUcPeriod"/>
            </a:pPr>
            <a:r>
              <a:rPr lang="en-US" dirty="0">
                <a:solidFill>
                  <a:schemeClr val="tx1"/>
                </a:solidFill>
              </a:rPr>
              <a:t>Blue book value (what you could get for the car) is $14,500 if transmission works, $11,200 if it doesn’t.</a:t>
            </a:r>
          </a:p>
          <a:p>
            <a:pPr marL="914400" lvl="1" indent="-514350">
              <a:buClr>
                <a:srgbClr val="C00000"/>
              </a:buClr>
              <a:buFont typeface="+mj-lt"/>
              <a:buAutoNum type="alphaUcPeriod"/>
            </a:pPr>
            <a:r>
              <a:rPr lang="en-US" dirty="0">
                <a:solidFill>
                  <a:schemeClr val="tx1"/>
                </a:solidFill>
              </a:rPr>
              <a:t>Blue book value is $12,300 if transmission works, $11,000 if it doesn’t.</a:t>
            </a:r>
          </a:p>
        </p:txBody>
      </p:sp>
      <p:sp>
        <p:nvSpPr>
          <p:cNvPr id="4" name="Slide Number Placeholder 3"/>
          <p:cNvSpPr>
            <a:spLocks noGrp="1"/>
          </p:cNvSpPr>
          <p:nvPr>
            <p:ph type="sldNum" sz="quarter" idx="10"/>
          </p:nvPr>
        </p:nvSpPr>
        <p:spPr/>
        <p:txBody>
          <a:bodyPr/>
          <a:lstStyle/>
          <a:p>
            <a:pPr>
              <a:defRPr/>
            </a:pPr>
            <a:fld id="{073C29DC-2178-4274-9150-45F8EBD31C2D}" type="slidenum">
              <a:rPr lang="en-US" smtClean="0"/>
              <a:pPr>
                <a:defRPr/>
              </a:pPr>
              <a:t>17</a:t>
            </a:fld>
            <a:endParaRPr lang="en-US"/>
          </a:p>
        </p:txBody>
      </p:sp>
      <p:sp>
        <p:nvSpPr>
          <p:cNvPr id="6" name="Footer Placeholder 2"/>
          <p:cNvSpPr>
            <a:spLocks noGrp="1"/>
          </p:cNvSpPr>
          <p:nvPr>
            <p:ph type="ftr" sz="quarter" idx="4294967295"/>
          </p:nvPr>
        </p:nvSpPr>
        <p:spPr>
          <a:xfrm>
            <a:off x="381000" y="6400800"/>
            <a:ext cx="8305800" cy="457200"/>
          </a:xfrm>
          <a:prstGeom prst="rect">
            <a:avLst/>
          </a:prstGeom>
          <a:noFill/>
        </p:spPr>
        <p:txBody>
          <a:bodyPr vert="horz" lIns="91440" tIns="45720" rIns="91440" bIns="45720" rtlCol="0" anchor="ctr"/>
          <a:lstStyle>
            <a:lvl1pPr algn="l">
              <a:buNone/>
              <a:defRPr sz="900">
                <a:solidFill>
                  <a:schemeClr val="tx1"/>
                </a:solidFill>
                <a:cs typeface="Arial" pitchFamily="34" charset="0"/>
              </a:defRPr>
            </a:lvl1pPr>
          </a:lstStyle>
          <a:p>
            <a:pPr fontAlgn="base">
              <a:spcAft>
                <a:spcPct val="0"/>
              </a:spcAft>
              <a:defRPr/>
            </a:pPr>
            <a:r>
              <a:rPr lang="en-US" dirty="0"/>
              <a:t>Mankiw, </a:t>
            </a:r>
            <a:r>
              <a:rPr lang="en-US" i="1" dirty="0"/>
              <a:t>Principles of Economics</a:t>
            </a:r>
            <a:r>
              <a:rPr lang="en-US" dirty="0"/>
              <a:t>, 11th Edition. © 2027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1501521999"/>
      </p:ext>
    </p:extLst>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Active Learning 2: Answers  </a:t>
            </a:r>
          </a:p>
        </p:txBody>
      </p:sp>
      <p:sp>
        <p:nvSpPr>
          <p:cNvPr id="3" name="Content Placeholder 2"/>
          <p:cNvSpPr>
            <a:spLocks noGrp="1"/>
          </p:cNvSpPr>
          <p:nvPr>
            <p:ph idx="1"/>
          </p:nvPr>
        </p:nvSpPr>
        <p:spPr/>
        <p:txBody>
          <a:bodyPr>
            <a:noAutofit/>
          </a:bodyPr>
          <a:lstStyle/>
          <a:p>
            <a:pPr marL="0" indent="0">
              <a:buNone/>
            </a:pPr>
            <a:r>
              <a:rPr lang="en-US" sz="2800" dirty="0">
                <a:solidFill>
                  <a:srgbClr val="4E519E"/>
                </a:solidFill>
              </a:rPr>
              <a:t>Cost of fixing the transmission = $1,400</a:t>
            </a:r>
          </a:p>
          <a:p>
            <a:pPr marL="0" indent="0">
              <a:buNone/>
            </a:pPr>
            <a:r>
              <a:rPr lang="en-US" sz="2800" dirty="0">
                <a:solidFill>
                  <a:srgbClr val="C00000"/>
                </a:solidFill>
              </a:rPr>
              <a:t>A. </a:t>
            </a:r>
            <a:r>
              <a:rPr lang="en-US" sz="2800" dirty="0">
                <a:solidFill>
                  <a:schemeClr val="tx1"/>
                </a:solidFill>
              </a:rPr>
              <a:t>Blue book value is $14,500 if transmission works, $11,200 if it doesn’t.</a:t>
            </a:r>
          </a:p>
          <a:p>
            <a:pPr lvl="1"/>
            <a:r>
              <a:rPr lang="en-US" dirty="0">
                <a:solidFill>
                  <a:srgbClr val="4E519E"/>
                </a:solidFill>
              </a:rPr>
              <a:t>Benefit of fixing transmission = $3,300  </a:t>
            </a:r>
          </a:p>
          <a:p>
            <a:pPr marL="457200" lvl="1" indent="0">
              <a:buNone/>
            </a:pPr>
            <a:r>
              <a:rPr lang="en-US" dirty="0">
                <a:solidFill>
                  <a:srgbClr val="4E519E"/>
                </a:solidFill>
              </a:rPr>
              <a:t>			(= 14,500 – 11,200)</a:t>
            </a:r>
          </a:p>
          <a:p>
            <a:pPr lvl="1"/>
            <a:r>
              <a:rPr lang="en-US" dirty="0">
                <a:solidFill>
                  <a:srgbClr val="C00000"/>
                </a:solidFill>
              </a:rPr>
              <a:t>Get the transmission fixed.</a:t>
            </a:r>
          </a:p>
          <a:p>
            <a:pPr marL="0" indent="0">
              <a:buNone/>
            </a:pPr>
            <a:r>
              <a:rPr lang="en-US" sz="2800" dirty="0">
                <a:solidFill>
                  <a:srgbClr val="C00000"/>
                </a:solidFill>
              </a:rPr>
              <a:t>B. </a:t>
            </a:r>
            <a:r>
              <a:rPr lang="en-US" sz="2800" dirty="0">
                <a:solidFill>
                  <a:schemeClr val="tx1"/>
                </a:solidFill>
              </a:rPr>
              <a:t>Blue book value is $12,300 if transmission works, </a:t>
            </a:r>
            <a:br>
              <a:rPr lang="en-US" sz="2800" dirty="0">
                <a:solidFill>
                  <a:schemeClr val="tx1"/>
                </a:solidFill>
              </a:rPr>
            </a:br>
            <a:r>
              <a:rPr lang="en-US" sz="2800" dirty="0">
                <a:solidFill>
                  <a:schemeClr val="tx1"/>
                </a:solidFill>
              </a:rPr>
              <a:t>$11,000 if it doesn’t.</a:t>
            </a:r>
          </a:p>
          <a:p>
            <a:pPr lvl="1"/>
            <a:r>
              <a:rPr lang="en-US" dirty="0">
                <a:solidFill>
                  <a:srgbClr val="4E519E"/>
                </a:solidFill>
              </a:rPr>
              <a:t>Benefit of fixing the transmission = $1,300</a:t>
            </a:r>
          </a:p>
          <a:p>
            <a:pPr marL="457200" lvl="1" indent="0">
              <a:buNone/>
            </a:pPr>
            <a:r>
              <a:rPr lang="en-US" dirty="0">
                <a:solidFill>
                  <a:srgbClr val="4E519E"/>
                </a:solidFill>
              </a:rPr>
              <a:t>			(= 12,300 – 11,000)</a:t>
            </a:r>
          </a:p>
          <a:p>
            <a:pPr lvl="1"/>
            <a:r>
              <a:rPr lang="en-US" dirty="0">
                <a:solidFill>
                  <a:srgbClr val="C00000"/>
                </a:solidFill>
              </a:rPr>
              <a:t>Do not pay $1,400 to fix it.</a:t>
            </a:r>
          </a:p>
        </p:txBody>
      </p:sp>
      <p:sp>
        <p:nvSpPr>
          <p:cNvPr id="4" name="Slide Number Placeholder 3"/>
          <p:cNvSpPr>
            <a:spLocks noGrp="1"/>
          </p:cNvSpPr>
          <p:nvPr>
            <p:ph type="sldNum" sz="quarter" idx="10"/>
          </p:nvPr>
        </p:nvSpPr>
        <p:spPr/>
        <p:txBody>
          <a:bodyPr/>
          <a:lstStyle/>
          <a:p>
            <a:pPr>
              <a:defRPr/>
            </a:pPr>
            <a:fld id="{073C29DC-2178-4274-9150-45F8EBD31C2D}" type="slidenum">
              <a:rPr lang="en-US" smtClean="0"/>
              <a:pPr>
                <a:defRPr/>
              </a:pPr>
              <a:t>18</a:t>
            </a:fld>
            <a:endParaRPr lang="en-US"/>
          </a:p>
        </p:txBody>
      </p:sp>
      <p:sp>
        <p:nvSpPr>
          <p:cNvPr id="6" name="Footer Placeholder 2"/>
          <p:cNvSpPr>
            <a:spLocks noGrp="1"/>
          </p:cNvSpPr>
          <p:nvPr>
            <p:ph type="ftr" sz="quarter" idx="4294967295"/>
          </p:nvPr>
        </p:nvSpPr>
        <p:spPr>
          <a:xfrm>
            <a:off x="347240" y="6400800"/>
            <a:ext cx="8339559" cy="457200"/>
          </a:xfrm>
          <a:prstGeom prst="rect">
            <a:avLst/>
          </a:prstGeom>
          <a:noFill/>
        </p:spPr>
        <p:txBody>
          <a:bodyPr vert="horz" lIns="91440" tIns="45720" rIns="91440" bIns="45720" rtlCol="0" anchor="ctr"/>
          <a:lstStyle>
            <a:lvl1pPr algn="l">
              <a:buNone/>
              <a:defRPr sz="900">
                <a:solidFill>
                  <a:schemeClr val="tx1"/>
                </a:solidFill>
                <a:cs typeface="Arial" pitchFamily="34" charset="0"/>
              </a:defRPr>
            </a:lvl1pPr>
          </a:lstStyle>
          <a:p>
            <a:pPr fontAlgn="base">
              <a:spcAft>
                <a:spcPct val="0"/>
              </a:spcAft>
              <a:defRPr/>
            </a:pPr>
            <a:r>
              <a:rPr lang="en-US" dirty="0"/>
              <a:t>Mankiw, </a:t>
            </a:r>
            <a:r>
              <a:rPr lang="en-US" i="1" dirty="0"/>
              <a:t>Principles of Economics</a:t>
            </a:r>
            <a:r>
              <a:rPr lang="en-US" dirty="0"/>
              <a:t>, 11th Edition. © 2027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1280567357"/>
      </p:ext>
    </p:extLst>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p:cNvSpPr>
            <a:spLocks noGrp="1"/>
          </p:cNvSpPr>
          <p:nvPr>
            <p:ph type="title"/>
          </p:nvPr>
        </p:nvSpPr>
        <p:spPr/>
        <p:txBody>
          <a:bodyPr wrap="square" anchor="ctr"/>
          <a:lstStyle/>
          <a:p>
            <a:pPr eaLnBrk="1" hangingPunct="1"/>
            <a:r>
              <a:rPr lang="en-US" altLang="en-US" dirty="0"/>
              <a:t>How People Interact</a:t>
            </a:r>
          </a:p>
        </p:txBody>
      </p:sp>
      <p:sp>
        <p:nvSpPr>
          <p:cNvPr id="17411" name="Content Placeholder 2"/>
          <p:cNvSpPr>
            <a:spLocks noGrp="1"/>
          </p:cNvSpPr>
          <p:nvPr>
            <p:ph idx="1"/>
          </p:nvPr>
        </p:nvSpPr>
        <p:spPr/>
        <p:txBody>
          <a:bodyPr/>
          <a:lstStyle/>
          <a:p>
            <a:pPr marL="57150" indent="0">
              <a:buNone/>
            </a:pPr>
            <a:endParaRPr lang="en-US" altLang="en-US" dirty="0">
              <a:solidFill>
                <a:srgbClr val="AE1221"/>
              </a:solidFill>
            </a:endParaRPr>
          </a:p>
          <a:p>
            <a:pPr marL="57150" indent="0">
              <a:buNone/>
            </a:pPr>
            <a:r>
              <a:rPr lang="en-US" altLang="en-US" dirty="0">
                <a:solidFill>
                  <a:srgbClr val="AE1221"/>
                </a:solidFill>
              </a:rPr>
              <a:t>Principle 5: </a:t>
            </a:r>
            <a:r>
              <a:rPr lang="en-US" altLang="en-US" dirty="0">
                <a:solidFill>
                  <a:schemeClr val="tx1"/>
                </a:solidFill>
              </a:rPr>
              <a:t>Trade can make everyone better off.</a:t>
            </a:r>
          </a:p>
          <a:p>
            <a:pPr marL="57150" indent="0">
              <a:buNone/>
            </a:pPr>
            <a:r>
              <a:rPr lang="en-US" altLang="en-US" dirty="0">
                <a:solidFill>
                  <a:srgbClr val="AE1221"/>
                </a:solidFill>
              </a:rPr>
              <a:t>Principle 6: </a:t>
            </a:r>
            <a:r>
              <a:rPr lang="en-US" altLang="en-US" dirty="0">
                <a:solidFill>
                  <a:schemeClr val="tx1"/>
                </a:solidFill>
              </a:rPr>
              <a:t>Markets are usually a good way to organize economic activity.</a:t>
            </a:r>
          </a:p>
          <a:p>
            <a:pPr marL="57150" indent="0">
              <a:buNone/>
            </a:pPr>
            <a:r>
              <a:rPr lang="en-US" altLang="en-US" dirty="0">
                <a:solidFill>
                  <a:srgbClr val="AE1221"/>
                </a:solidFill>
              </a:rPr>
              <a:t>Principle 7: </a:t>
            </a:r>
            <a:r>
              <a:rPr lang="en-US" altLang="en-US" dirty="0">
                <a:solidFill>
                  <a:schemeClr val="tx1"/>
                </a:solidFill>
              </a:rPr>
              <a:t>Governments can sometimes improve market outcomes.</a:t>
            </a:r>
          </a:p>
        </p:txBody>
      </p:sp>
      <p:sp>
        <p:nvSpPr>
          <p:cNvPr id="17413" name="Slide Number Placeholder 1"/>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Lst>
        </p:spPr>
        <p:txBody>
          <a:bodyPr/>
          <a:lstStyle>
            <a:lvl1pPr algn="l" eaLnBrk="0" hangingPunct="0">
              <a:defRPr sz="3400">
                <a:solidFill>
                  <a:srgbClr val="005EA4"/>
                </a:solidFill>
                <a:latin typeface="Arial" pitchFamily="34" charset="0"/>
              </a:defRPr>
            </a:lvl1pPr>
            <a:lvl2pPr marL="742950" indent="-285750" algn="l" eaLnBrk="0" hangingPunct="0">
              <a:buFont typeface="Arial" pitchFamily="34" charset="0"/>
              <a:buChar char="–"/>
              <a:defRPr sz="3200">
                <a:solidFill>
                  <a:schemeClr val="tx1"/>
                </a:solidFill>
                <a:latin typeface="Arial" pitchFamily="34" charset="0"/>
              </a:defRPr>
            </a:lvl2pPr>
            <a:lvl3pPr marL="1143000" indent="-228600" algn="l" eaLnBrk="0" hangingPunct="0">
              <a:buSzPct val="90000"/>
              <a:defRPr sz="2800">
                <a:solidFill>
                  <a:schemeClr val="tx1"/>
                </a:solidFill>
                <a:latin typeface="Arial" pitchFamily="34" charset="0"/>
              </a:defRPr>
            </a:lvl3pPr>
            <a:lvl4pPr marL="1600200" indent="-228600" algn="l" eaLnBrk="0" hangingPunct="0">
              <a:buChar char="–"/>
              <a:defRPr sz="2400">
                <a:solidFill>
                  <a:schemeClr val="tx1"/>
                </a:solidFill>
                <a:latin typeface="Arial" pitchFamily="34" charset="0"/>
              </a:defRPr>
            </a:lvl4pPr>
            <a:lvl5pPr marL="2057400" indent="-228600" algn="l" eaLnBrk="0" hangingPunct="0">
              <a:buChar char="»"/>
              <a:defRPr sz="2000">
                <a:solidFill>
                  <a:schemeClr val="tx1"/>
                </a:solidFill>
                <a:latin typeface="Arial" pitchFamily="34" charset="0"/>
              </a:defRPr>
            </a:lvl5pPr>
            <a:lvl6pPr marL="2514600" indent="-228600" eaLnBrk="0" fontAlgn="base" hangingPunct="0">
              <a:spcBef>
                <a:spcPct val="20000"/>
              </a:spcBef>
              <a:spcAft>
                <a:spcPct val="0"/>
              </a:spcAft>
              <a:buChar char="»"/>
              <a:defRPr sz="2000">
                <a:solidFill>
                  <a:schemeClr val="tx1"/>
                </a:solidFill>
                <a:latin typeface="Arial" pitchFamily="34" charset="0"/>
              </a:defRPr>
            </a:lvl6pPr>
            <a:lvl7pPr marL="2971800" indent="-228600" eaLnBrk="0" fontAlgn="base" hangingPunct="0">
              <a:spcBef>
                <a:spcPct val="20000"/>
              </a:spcBef>
              <a:spcAft>
                <a:spcPct val="0"/>
              </a:spcAft>
              <a:buChar char="»"/>
              <a:defRPr sz="2000">
                <a:solidFill>
                  <a:schemeClr val="tx1"/>
                </a:solidFill>
                <a:latin typeface="Arial" pitchFamily="34" charset="0"/>
              </a:defRPr>
            </a:lvl7pPr>
            <a:lvl8pPr marL="3429000" indent="-228600" eaLnBrk="0" fontAlgn="base" hangingPunct="0">
              <a:spcBef>
                <a:spcPct val="20000"/>
              </a:spcBef>
              <a:spcAft>
                <a:spcPct val="0"/>
              </a:spcAft>
              <a:buChar char="»"/>
              <a:defRPr sz="2000">
                <a:solidFill>
                  <a:schemeClr val="tx1"/>
                </a:solidFill>
                <a:latin typeface="Arial" pitchFamily="34" charset="0"/>
              </a:defRPr>
            </a:lvl8pPr>
            <a:lvl9pPr marL="3886200" indent="-228600" eaLnBrk="0" fontAlgn="base" hangingPunct="0">
              <a:spcBef>
                <a:spcPct val="20000"/>
              </a:spcBef>
              <a:spcAft>
                <a:spcPct val="0"/>
              </a:spcAft>
              <a:buChar char="»"/>
              <a:defRPr sz="2000">
                <a:solidFill>
                  <a:schemeClr val="tx1"/>
                </a:solidFill>
                <a:latin typeface="Arial" pitchFamily="34" charset="0"/>
              </a:defRPr>
            </a:lvl9pPr>
          </a:lstStyle>
          <a:p>
            <a:pPr algn="ctr" eaLnBrk="1" hangingPunct="1"/>
            <a:fld id="{4D1C4DBB-5F95-43A5-917E-4A2A41CF0E38}" type="slidenum">
              <a:rPr lang="en-US" altLang="en-US" sz="1200" smtClean="0">
                <a:solidFill>
                  <a:srgbClr val="002060"/>
                </a:solidFill>
              </a:rPr>
              <a:pPr algn="ctr" eaLnBrk="1" hangingPunct="1"/>
              <a:t>19</a:t>
            </a:fld>
            <a:endParaRPr lang="en-US" altLang="en-US" sz="1200">
              <a:solidFill>
                <a:srgbClr val="002060"/>
              </a:solidFill>
            </a:endParaRPr>
          </a:p>
        </p:txBody>
      </p:sp>
      <p:sp>
        <p:nvSpPr>
          <p:cNvPr id="6" name="Footer Placeholder 2"/>
          <p:cNvSpPr>
            <a:spLocks noGrp="1"/>
          </p:cNvSpPr>
          <p:nvPr>
            <p:ph type="ftr" sz="quarter" idx="4294967295"/>
          </p:nvPr>
        </p:nvSpPr>
        <p:spPr>
          <a:xfrm>
            <a:off x="0" y="6400800"/>
            <a:ext cx="8686800" cy="457200"/>
          </a:xfrm>
          <a:prstGeom prst="rect">
            <a:avLst/>
          </a:prstGeom>
          <a:noFill/>
        </p:spPr>
        <p:txBody>
          <a:bodyPr vert="horz" lIns="91440" tIns="45720" rIns="91440" bIns="45720" rtlCol="0" anchor="ctr"/>
          <a:lstStyle>
            <a:lvl1pPr algn="l">
              <a:buNone/>
              <a:defRPr sz="900">
                <a:solidFill>
                  <a:schemeClr val="tx1"/>
                </a:solidFill>
                <a:cs typeface="Arial" pitchFamily="34" charset="0"/>
              </a:defRPr>
            </a:lvl1pPr>
          </a:lstStyle>
          <a:p>
            <a:pPr fontAlgn="base">
              <a:spcAft>
                <a:spcPct val="0"/>
              </a:spcAft>
              <a:defRPr/>
            </a:pPr>
            <a:r>
              <a:rPr lang="en-US" dirty="0"/>
              <a:t>Mankiw, </a:t>
            </a:r>
            <a:r>
              <a:rPr lang="en-US" i="1" dirty="0"/>
              <a:t>Principles of Economics</a:t>
            </a:r>
            <a:r>
              <a:rPr lang="en-US" dirty="0"/>
              <a:t>, 11th Edition. © 2027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203093760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itle 1"/>
          <p:cNvSpPr>
            <a:spLocks noGrp="1"/>
          </p:cNvSpPr>
          <p:nvPr>
            <p:ph type="title"/>
          </p:nvPr>
        </p:nvSpPr>
        <p:spPr/>
        <p:txBody>
          <a:bodyPr wrap="square" anchor="ctr"/>
          <a:lstStyle/>
          <a:p>
            <a:pPr marL="0" indent="0" eaLnBrk="1" hangingPunct="1">
              <a:defRPr/>
            </a:pPr>
            <a:r>
              <a:rPr lang="en-US" sz="3000" dirty="0"/>
              <a:t>Principle 5: Trade Can Make Everyone Better Off </a:t>
            </a:r>
          </a:p>
        </p:txBody>
      </p:sp>
      <p:sp>
        <p:nvSpPr>
          <p:cNvPr id="31747" name="Content Placeholder 2"/>
          <p:cNvSpPr>
            <a:spLocks noGrp="1"/>
          </p:cNvSpPr>
          <p:nvPr>
            <p:ph idx="1"/>
          </p:nvPr>
        </p:nvSpPr>
        <p:spPr>
          <a:xfrm>
            <a:off x="277814" y="1025525"/>
            <a:ext cx="6520278" cy="5422900"/>
          </a:xfrm>
        </p:spPr>
        <p:txBody>
          <a:bodyPr/>
          <a:lstStyle/>
          <a:p>
            <a:pPr>
              <a:defRPr/>
            </a:pPr>
            <a:r>
              <a:rPr lang="en-US" dirty="0"/>
              <a:t>People benefit from trade:</a:t>
            </a:r>
          </a:p>
          <a:p>
            <a:pPr lvl="1">
              <a:defRPr/>
            </a:pPr>
            <a:r>
              <a:rPr lang="en-US" dirty="0"/>
              <a:t>People can buy a greater variety of goods and services at lower cost.</a:t>
            </a:r>
          </a:p>
          <a:p>
            <a:pPr>
              <a:defRPr/>
            </a:pPr>
            <a:r>
              <a:rPr lang="en-US" dirty="0"/>
              <a:t>Countries benefit from trade:  </a:t>
            </a:r>
          </a:p>
          <a:p>
            <a:pPr lvl="1">
              <a:defRPr/>
            </a:pPr>
            <a:r>
              <a:rPr lang="en-US" dirty="0"/>
              <a:t>Allows countries to specialize in what they do best </a:t>
            </a:r>
          </a:p>
          <a:p>
            <a:pPr lvl="1">
              <a:defRPr/>
            </a:pPr>
            <a:r>
              <a:rPr lang="en-US" dirty="0"/>
              <a:t>Enjoy a greater variety of goods and services</a:t>
            </a:r>
          </a:p>
        </p:txBody>
      </p:sp>
      <p:sp>
        <p:nvSpPr>
          <p:cNvPr id="28678" name="Slide Number Placeholder 3"/>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Lst>
        </p:spPr>
        <p:txBody>
          <a:bodyPr/>
          <a:lstStyle>
            <a:lvl1pPr algn="l" eaLnBrk="0" hangingPunct="0">
              <a:defRPr sz="3400">
                <a:solidFill>
                  <a:srgbClr val="005EA4"/>
                </a:solidFill>
                <a:latin typeface="Arial" pitchFamily="34" charset="0"/>
              </a:defRPr>
            </a:lvl1pPr>
            <a:lvl2pPr marL="742950" indent="-285750" algn="l" eaLnBrk="0" hangingPunct="0">
              <a:buFont typeface="Arial" pitchFamily="34" charset="0"/>
              <a:buChar char="–"/>
              <a:defRPr sz="3200">
                <a:solidFill>
                  <a:schemeClr val="tx1"/>
                </a:solidFill>
                <a:latin typeface="Arial" pitchFamily="34" charset="0"/>
              </a:defRPr>
            </a:lvl2pPr>
            <a:lvl3pPr marL="1143000" indent="-228600" algn="l" eaLnBrk="0" hangingPunct="0">
              <a:buSzPct val="90000"/>
              <a:defRPr sz="2800">
                <a:solidFill>
                  <a:schemeClr val="tx1"/>
                </a:solidFill>
                <a:latin typeface="Arial" pitchFamily="34" charset="0"/>
              </a:defRPr>
            </a:lvl3pPr>
            <a:lvl4pPr marL="1600200" indent="-228600" algn="l" eaLnBrk="0" hangingPunct="0">
              <a:buChar char="–"/>
              <a:defRPr sz="2400">
                <a:solidFill>
                  <a:schemeClr val="tx1"/>
                </a:solidFill>
                <a:latin typeface="Arial" pitchFamily="34" charset="0"/>
              </a:defRPr>
            </a:lvl4pPr>
            <a:lvl5pPr marL="2057400" indent="-228600" algn="l" eaLnBrk="0" hangingPunct="0">
              <a:buChar char="»"/>
              <a:defRPr sz="2000">
                <a:solidFill>
                  <a:schemeClr val="tx1"/>
                </a:solidFill>
                <a:latin typeface="Arial" pitchFamily="34" charset="0"/>
              </a:defRPr>
            </a:lvl5pPr>
            <a:lvl6pPr marL="2514600" indent="-228600" eaLnBrk="0" fontAlgn="base" hangingPunct="0">
              <a:spcBef>
                <a:spcPct val="20000"/>
              </a:spcBef>
              <a:spcAft>
                <a:spcPct val="0"/>
              </a:spcAft>
              <a:buChar char="»"/>
              <a:defRPr sz="2000">
                <a:solidFill>
                  <a:schemeClr val="tx1"/>
                </a:solidFill>
                <a:latin typeface="Arial" pitchFamily="34" charset="0"/>
              </a:defRPr>
            </a:lvl6pPr>
            <a:lvl7pPr marL="2971800" indent="-228600" eaLnBrk="0" fontAlgn="base" hangingPunct="0">
              <a:spcBef>
                <a:spcPct val="20000"/>
              </a:spcBef>
              <a:spcAft>
                <a:spcPct val="0"/>
              </a:spcAft>
              <a:buChar char="»"/>
              <a:defRPr sz="2000">
                <a:solidFill>
                  <a:schemeClr val="tx1"/>
                </a:solidFill>
                <a:latin typeface="Arial" pitchFamily="34" charset="0"/>
              </a:defRPr>
            </a:lvl7pPr>
            <a:lvl8pPr marL="3429000" indent="-228600" eaLnBrk="0" fontAlgn="base" hangingPunct="0">
              <a:spcBef>
                <a:spcPct val="20000"/>
              </a:spcBef>
              <a:spcAft>
                <a:spcPct val="0"/>
              </a:spcAft>
              <a:buChar char="»"/>
              <a:defRPr sz="2000">
                <a:solidFill>
                  <a:schemeClr val="tx1"/>
                </a:solidFill>
                <a:latin typeface="Arial" pitchFamily="34" charset="0"/>
              </a:defRPr>
            </a:lvl8pPr>
            <a:lvl9pPr marL="3886200" indent="-228600" eaLnBrk="0" fontAlgn="base" hangingPunct="0">
              <a:spcBef>
                <a:spcPct val="20000"/>
              </a:spcBef>
              <a:spcAft>
                <a:spcPct val="0"/>
              </a:spcAft>
              <a:buChar char="»"/>
              <a:defRPr sz="2000">
                <a:solidFill>
                  <a:schemeClr val="tx1"/>
                </a:solidFill>
                <a:latin typeface="Arial" pitchFamily="34" charset="0"/>
              </a:defRPr>
            </a:lvl9pPr>
          </a:lstStyle>
          <a:p>
            <a:pPr algn="ctr" eaLnBrk="1" hangingPunct="1"/>
            <a:fld id="{DD200C29-04A1-47D3-82E8-455512A44AD6}" type="slidenum">
              <a:rPr lang="en-US" altLang="en-US" sz="1200" smtClean="0">
                <a:solidFill>
                  <a:srgbClr val="002060"/>
                </a:solidFill>
              </a:rPr>
              <a:pPr algn="ctr" eaLnBrk="1" hangingPunct="1"/>
              <a:t>20</a:t>
            </a:fld>
            <a:endParaRPr lang="en-US" altLang="en-US" sz="1200">
              <a:solidFill>
                <a:srgbClr val="002060"/>
              </a:solidFill>
            </a:endParaRPr>
          </a:p>
        </p:txBody>
      </p:sp>
      <p:sp>
        <p:nvSpPr>
          <p:cNvPr id="6" name="Footer Placeholder 2"/>
          <p:cNvSpPr>
            <a:spLocks noGrp="1"/>
          </p:cNvSpPr>
          <p:nvPr>
            <p:ph type="ftr" sz="quarter" idx="11"/>
          </p:nvPr>
        </p:nvSpPr>
        <p:spPr>
          <a:prstGeom prst="rect">
            <a:avLst/>
          </a:prstGeom>
          <a:noFill/>
        </p:spPr>
        <p:txBody>
          <a:bodyPr vert="horz" lIns="91440" tIns="45720" rIns="91440" bIns="45720" rtlCol="0" anchor="ctr"/>
          <a:lstStyle>
            <a:lvl1pPr algn="l">
              <a:buNone/>
              <a:defRPr sz="900">
                <a:solidFill>
                  <a:schemeClr val="tx1"/>
                </a:solidFill>
                <a:cs typeface="Arial" pitchFamily="34" charset="0"/>
              </a:defRPr>
            </a:lvl1pPr>
          </a:lstStyle>
          <a:p>
            <a:pPr fontAlgn="base">
              <a:spcAft>
                <a:spcPct val="0"/>
              </a:spcAft>
              <a:defRPr/>
            </a:pPr>
            <a:r>
              <a:rPr lang="en-US" dirty="0"/>
              <a:t>Mankiw, </a:t>
            </a:r>
            <a:r>
              <a:rPr lang="en-US" i="1" dirty="0"/>
              <a:t>Principles of Economics</a:t>
            </a:r>
            <a:r>
              <a:rPr lang="en-US" dirty="0"/>
              <a:t>, 11th Edition. © 2027 Cengage. All Rights Reserved. May not be scanned, copied or duplicated, or posted to a publicly accessible website, in whole or in part.</a:t>
            </a:r>
          </a:p>
        </p:txBody>
      </p:sp>
      <p:sp>
        <p:nvSpPr>
          <p:cNvPr id="2" name="Text Placeholder 1">
            <a:extLst>
              <a:ext uri="{FF2B5EF4-FFF2-40B4-BE49-F238E27FC236}">
                <a16:creationId xmlns:a16="http://schemas.microsoft.com/office/drawing/2014/main" id="{BF6553DF-9747-10BC-3B08-E36191E42A86}"/>
              </a:ext>
            </a:extLst>
          </p:cNvPr>
          <p:cNvSpPr>
            <a:spLocks noGrp="1"/>
          </p:cNvSpPr>
          <p:nvPr>
            <p:ph type="body" sz="quarter" idx="12"/>
          </p:nvPr>
        </p:nvSpPr>
        <p:spPr>
          <a:xfrm>
            <a:off x="7019925" y="4029772"/>
            <a:ext cx="2133600" cy="2330085"/>
          </a:xfrm>
        </p:spPr>
        <p:txBody>
          <a:bodyPr/>
          <a:lstStyle/>
          <a:p>
            <a:r>
              <a:rPr lang="en-US" dirty="0"/>
              <a:t>“For $5 a week you can watch baseball without being nagged to cut the grass!”</a:t>
            </a:r>
          </a:p>
        </p:txBody>
      </p:sp>
      <p:pic>
        <p:nvPicPr>
          <p:cNvPr id="4" name="Picture 3" descr="The Wall Street Journal cartoon shows a man answering the door to a boy with a lawnmower who says, For 5 dollars a week, you can watch baseball without being nagged to cut the grass!">
            <a:extLst>
              <a:ext uri="{FF2B5EF4-FFF2-40B4-BE49-F238E27FC236}">
                <a16:creationId xmlns:a16="http://schemas.microsoft.com/office/drawing/2014/main" id="{25CB0FEB-C785-EE81-10F9-1CF71A56136C}"/>
              </a:ext>
            </a:extLst>
          </p:cNvPr>
          <p:cNvPicPr>
            <a:picLocks noChangeAspect="1"/>
          </p:cNvPicPr>
          <p:nvPr/>
        </p:nvPicPr>
        <p:blipFill>
          <a:blip r:embed="rId3"/>
          <a:stretch>
            <a:fillRect/>
          </a:stretch>
        </p:blipFill>
        <p:spPr>
          <a:xfrm>
            <a:off x="6798091" y="914400"/>
            <a:ext cx="2345909" cy="3052204"/>
          </a:xfrm>
          <a:prstGeom prst="rect">
            <a:avLst/>
          </a:prstGeom>
        </p:spPr>
      </p:pic>
    </p:spTree>
    <p:extLst>
      <p:ext uri="{BB962C8B-B14F-4D97-AF65-F5344CB8AC3E}">
        <p14:creationId xmlns:p14="http://schemas.microsoft.com/office/powerpoint/2010/main" val="215413925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itle 1"/>
          <p:cNvSpPr>
            <a:spLocks noGrp="1"/>
          </p:cNvSpPr>
          <p:nvPr>
            <p:ph type="title"/>
          </p:nvPr>
        </p:nvSpPr>
        <p:spPr>
          <a:xfrm>
            <a:off x="0" y="152400"/>
            <a:ext cx="9143999" cy="1143000"/>
          </a:xfrm>
        </p:spPr>
        <p:txBody>
          <a:bodyPr wrap="square" anchor="t"/>
          <a:lstStyle/>
          <a:p>
            <a:pPr marL="0" indent="0" eaLnBrk="1" hangingPunct="1">
              <a:defRPr/>
            </a:pPr>
            <a:r>
              <a:rPr lang="en-US" sz="3000" dirty="0"/>
              <a:t>Principle 6: Markets Are Usually a Good Way to Organize Economic Activity – 1 </a:t>
            </a:r>
          </a:p>
        </p:txBody>
      </p:sp>
      <p:sp>
        <p:nvSpPr>
          <p:cNvPr id="32771" name="Content Placeholder 2"/>
          <p:cNvSpPr>
            <a:spLocks noGrp="1"/>
          </p:cNvSpPr>
          <p:nvPr>
            <p:ph idx="1"/>
          </p:nvPr>
        </p:nvSpPr>
        <p:spPr>
          <a:xfrm>
            <a:off x="277813" y="1174687"/>
            <a:ext cx="8861425" cy="5273737"/>
          </a:xfrm>
        </p:spPr>
        <p:txBody>
          <a:bodyPr/>
          <a:lstStyle/>
          <a:p>
            <a:pPr eaLnBrk="1" hangingPunct="1">
              <a:defRPr/>
            </a:pPr>
            <a:r>
              <a:rPr lang="en-US" dirty="0"/>
              <a:t>Market</a:t>
            </a:r>
          </a:p>
          <a:p>
            <a:pPr lvl="1" eaLnBrk="1" hangingPunct="1">
              <a:defRPr/>
            </a:pPr>
            <a:r>
              <a:rPr lang="en-US" dirty="0"/>
              <a:t>A group of buyers and sellers (need not be in a single location)</a:t>
            </a:r>
          </a:p>
          <a:p>
            <a:pPr eaLnBrk="1" hangingPunct="1">
              <a:defRPr/>
            </a:pPr>
            <a:r>
              <a:rPr lang="en-US" dirty="0"/>
              <a:t>Organize economic activity  </a:t>
            </a:r>
          </a:p>
          <a:p>
            <a:pPr lvl="1" eaLnBrk="1" hangingPunct="1">
              <a:defRPr/>
            </a:pPr>
            <a:r>
              <a:rPr lang="en-US" dirty="0"/>
              <a:t>What goods and services to produce </a:t>
            </a:r>
          </a:p>
          <a:p>
            <a:pPr lvl="1" eaLnBrk="1" hangingPunct="1">
              <a:defRPr/>
            </a:pPr>
            <a:r>
              <a:rPr lang="en-US" dirty="0"/>
              <a:t>How to produce these goods and services</a:t>
            </a:r>
          </a:p>
          <a:p>
            <a:pPr lvl="1" eaLnBrk="1" hangingPunct="1">
              <a:defRPr/>
            </a:pPr>
            <a:r>
              <a:rPr lang="en-US" dirty="0"/>
              <a:t>How to allocate them to their final user</a:t>
            </a:r>
          </a:p>
        </p:txBody>
      </p:sp>
      <p:sp>
        <p:nvSpPr>
          <p:cNvPr id="29701" name="Slide Number Placeholder 1"/>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Lst>
        </p:spPr>
        <p:txBody>
          <a:bodyPr/>
          <a:lstStyle>
            <a:lvl1pPr algn="l" eaLnBrk="0" hangingPunct="0">
              <a:defRPr sz="3400">
                <a:solidFill>
                  <a:srgbClr val="005EA4"/>
                </a:solidFill>
                <a:latin typeface="Arial" pitchFamily="34" charset="0"/>
              </a:defRPr>
            </a:lvl1pPr>
            <a:lvl2pPr marL="742950" indent="-285750" algn="l" eaLnBrk="0" hangingPunct="0">
              <a:buFont typeface="Arial" pitchFamily="34" charset="0"/>
              <a:buChar char="–"/>
              <a:defRPr sz="3200">
                <a:solidFill>
                  <a:schemeClr val="tx1"/>
                </a:solidFill>
                <a:latin typeface="Arial" pitchFamily="34" charset="0"/>
              </a:defRPr>
            </a:lvl2pPr>
            <a:lvl3pPr marL="1143000" indent="-228600" algn="l" eaLnBrk="0" hangingPunct="0">
              <a:buSzPct val="90000"/>
              <a:defRPr sz="2800">
                <a:solidFill>
                  <a:schemeClr val="tx1"/>
                </a:solidFill>
                <a:latin typeface="Arial" pitchFamily="34" charset="0"/>
              </a:defRPr>
            </a:lvl3pPr>
            <a:lvl4pPr marL="1600200" indent="-228600" algn="l" eaLnBrk="0" hangingPunct="0">
              <a:buChar char="–"/>
              <a:defRPr sz="2400">
                <a:solidFill>
                  <a:schemeClr val="tx1"/>
                </a:solidFill>
                <a:latin typeface="Arial" pitchFamily="34" charset="0"/>
              </a:defRPr>
            </a:lvl4pPr>
            <a:lvl5pPr marL="2057400" indent="-228600" algn="l" eaLnBrk="0" hangingPunct="0">
              <a:buChar char="»"/>
              <a:defRPr sz="2000">
                <a:solidFill>
                  <a:schemeClr val="tx1"/>
                </a:solidFill>
                <a:latin typeface="Arial" pitchFamily="34" charset="0"/>
              </a:defRPr>
            </a:lvl5pPr>
            <a:lvl6pPr marL="2514600" indent="-228600" eaLnBrk="0" fontAlgn="base" hangingPunct="0">
              <a:spcBef>
                <a:spcPct val="20000"/>
              </a:spcBef>
              <a:spcAft>
                <a:spcPct val="0"/>
              </a:spcAft>
              <a:buChar char="»"/>
              <a:defRPr sz="2000">
                <a:solidFill>
                  <a:schemeClr val="tx1"/>
                </a:solidFill>
                <a:latin typeface="Arial" pitchFamily="34" charset="0"/>
              </a:defRPr>
            </a:lvl6pPr>
            <a:lvl7pPr marL="2971800" indent="-228600" eaLnBrk="0" fontAlgn="base" hangingPunct="0">
              <a:spcBef>
                <a:spcPct val="20000"/>
              </a:spcBef>
              <a:spcAft>
                <a:spcPct val="0"/>
              </a:spcAft>
              <a:buChar char="»"/>
              <a:defRPr sz="2000">
                <a:solidFill>
                  <a:schemeClr val="tx1"/>
                </a:solidFill>
                <a:latin typeface="Arial" pitchFamily="34" charset="0"/>
              </a:defRPr>
            </a:lvl7pPr>
            <a:lvl8pPr marL="3429000" indent="-228600" eaLnBrk="0" fontAlgn="base" hangingPunct="0">
              <a:spcBef>
                <a:spcPct val="20000"/>
              </a:spcBef>
              <a:spcAft>
                <a:spcPct val="0"/>
              </a:spcAft>
              <a:buChar char="»"/>
              <a:defRPr sz="2000">
                <a:solidFill>
                  <a:schemeClr val="tx1"/>
                </a:solidFill>
                <a:latin typeface="Arial" pitchFamily="34" charset="0"/>
              </a:defRPr>
            </a:lvl8pPr>
            <a:lvl9pPr marL="3886200" indent="-228600" eaLnBrk="0" fontAlgn="base" hangingPunct="0">
              <a:spcBef>
                <a:spcPct val="20000"/>
              </a:spcBef>
              <a:spcAft>
                <a:spcPct val="0"/>
              </a:spcAft>
              <a:buChar char="»"/>
              <a:defRPr sz="2000">
                <a:solidFill>
                  <a:schemeClr val="tx1"/>
                </a:solidFill>
                <a:latin typeface="Arial" pitchFamily="34" charset="0"/>
              </a:defRPr>
            </a:lvl9pPr>
          </a:lstStyle>
          <a:p>
            <a:pPr algn="ctr" eaLnBrk="1" hangingPunct="1"/>
            <a:fld id="{BDBDC2E0-4983-4259-8533-2E0129C4221D}" type="slidenum">
              <a:rPr lang="en-US" altLang="en-US" sz="1200" smtClean="0">
                <a:solidFill>
                  <a:srgbClr val="002060"/>
                </a:solidFill>
              </a:rPr>
              <a:pPr algn="ctr" eaLnBrk="1" hangingPunct="1"/>
              <a:t>21</a:t>
            </a:fld>
            <a:endParaRPr lang="en-US" altLang="en-US" sz="1200">
              <a:solidFill>
                <a:srgbClr val="002060"/>
              </a:solidFill>
            </a:endParaRPr>
          </a:p>
        </p:txBody>
      </p:sp>
      <p:sp>
        <p:nvSpPr>
          <p:cNvPr id="6" name="Footer Placeholder 2"/>
          <p:cNvSpPr>
            <a:spLocks noGrp="1"/>
          </p:cNvSpPr>
          <p:nvPr>
            <p:ph type="ftr" sz="quarter" idx="4294967295"/>
          </p:nvPr>
        </p:nvSpPr>
        <p:spPr>
          <a:xfrm>
            <a:off x="0" y="6400800"/>
            <a:ext cx="8686800" cy="457200"/>
          </a:xfrm>
          <a:prstGeom prst="rect">
            <a:avLst/>
          </a:prstGeom>
          <a:noFill/>
        </p:spPr>
        <p:txBody>
          <a:bodyPr vert="horz" lIns="91440" tIns="45720" rIns="91440" bIns="45720" rtlCol="0" anchor="ctr"/>
          <a:lstStyle>
            <a:lvl1pPr algn="l">
              <a:buNone/>
              <a:defRPr sz="900">
                <a:solidFill>
                  <a:schemeClr val="tx1"/>
                </a:solidFill>
                <a:cs typeface="Arial" pitchFamily="34" charset="0"/>
              </a:defRPr>
            </a:lvl1pPr>
          </a:lstStyle>
          <a:p>
            <a:pPr fontAlgn="base">
              <a:spcAft>
                <a:spcPct val="0"/>
              </a:spcAft>
              <a:defRPr/>
            </a:pPr>
            <a:r>
              <a:rPr lang="en-US" dirty="0"/>
              <a:t>Mankiw, </a:t>
            </a:r>
            <a:r>
              <a:rPr lang="en-US" i="1" dirty="0"/>
              <a:t>Principles of Economics</a:t>
            </a:r>
            <a:r>
              <a:rPr lang="en-US" dirty="0"/>
              <a:t>, 11th Edition. © 2027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386465796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itle 1"/>
          <p:cNvSpPr>
            <a:spLocks noGrp="1"/>
          </p:cNvSpPr>
          <p:nvPr>
            <p:ph type="title"/>
          </p:nvPr>
        </p:nvSpPr>
        <p:spPr>
          <a:xfrm>
            <a:off x="0" y="152400"/>
            <a:ext cx="9143999" cy="1143000"/>
          </a:xfrm>
        </p:spPr>
        <p:txBody>
          <a:bodyPr wrap="square" anchor="t"/>
          <a:lstStyle/>
          <a:p>
            <a:pPr marL="0" indent="0" eaLnBrk="1" hangingPunct="1">
              <a:defRPr/>
            </a:pPr>
            <a:r>
              <a:rPr lang="en-US" sz="3000" dirty="0"/>
              <a:t>Principle 6: Markets Are Usually a Good Way to Organize Economic Activity – 2 </a:t>
            </a:r>
          </a:p>
        </p:txBody>
      </p:sp>
      <p:sp>
        <p:nvSpPr>
          <p:cNvPr id="32771" name="Content Placeholder 2"/>
          <p:cNvSpPr>
            <a:spLocks noGrp="1"/>
          </p:cNvSpPr>
          <p:nvPr>
            <p:ph idx="1"/>
          </p:nvPr>
        </p:nvSpPr>
        <p:spPr>
          <a:xfrm>
            <a:off x="277813" y="1295400"/>
            <a:ext cx="8588375" cy="5153024"/>
          </a:xfrm>
        </p:spPr>
        <p:txBody>
          <a:bodyPr/>
          <a:lstStyle/>
          <a:p>
            <a:pPr eaLnBrk="1" hangingPunct="1">
              <a:defRPr/>
            </a:pPr>
            <a:r>
              <a:rPr lang="en-US" dirty="0"/>
              <a:t>Market economy </a:t>
            </a:r>
          </a:p>
          <a:p>
            <a:pPr lvl="1" eaLnBrk="1" hangingPunct="1">
              <a:defRPr/>
            </a:pPr>
            <a:r>
              <a:rPr lang="en-US" dirty="0"/>
              <a:t>Allocates resources through the decentralized decisions of many firms and households </a:t>
            </a:r>
          </a:p>
          <a:p>
            <a:pPr lvl="2" eaLnBrk="1" hangingPunct="1">
              <a:defRPr/>
            </a:pPr>
            <a:r>
              <a:rPr lang="en-US" dirty="0"/>
              <a:t>As they interact in markets for goods and services</a:t>
            </a:r>
          </a:p>
          <a:p>
            <a:pPr lvl="1" eaLnBrk="1" hangingPunct="1">
              <a:defRPr/>
            </a:pPr>
            <a:r>
              <a:rPr lang="en-US" dirty="0"/>
              <a:t>Proven remarkably successful in organizing economic activity to promote prosperity</a:t>
            </a:r>
          </a:p>
        </p:txBody>
      </p:sp>
      <p:sp>
        <p:nvSpPr>
          <p:cNvPr id="29701" name="Slide Number Placeholder 1"/>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Lst>
        </p:spPr>
        <p:txBody>
          <a:bodyPr/>
          <a:lstStyle>
            <a:lvl1pPr algn="l" eaLnBrk="0" hangingPunct="0">
              <a:defRPr sz="3400">
                <a:solidFill>
                  <a:srgbClr val="005EA4"/>
                </a:solidFill>
                <a:latin typeface="Arial" pitchFamily="34" charset="0"/>
              </a:defRPr>
            </a:lvl1pPr>
            <a:lvl2pPr marL="742950" indent="-285750" algn="l" eaLnBrk="0" hangingPunct="0">
              <a:buFont typeface="Arial" pitchFamily="34" charset="0"/>
              <a:buChar char="–"/>
              <a:defRPr sz="3200">
                <a:solidFill>
                  <a:schemeClr val="tx1"/>
                </a:solidFill>
                <a:latin typeface="Arial" pitchFamily="34" charset="0"/>
              </a:defRPr>
            </a:lvl2pPr>
            <a:lvl3pPr marL="1143000" indent="-228600" algn="l" eaLnBrk="0" hangingPunct="0">
              <a:buSzPct val="90000"/>
              <a:defRPr sz="2800">
                <a:solidFill>
                  <a:schemeClr val="tx1"/>
                </a:solidFill>
                <a:latin typeface="Arial" pitchFamily="34" charset="0"/>
              </a:defRPr>
            </a:lvl3pPr>
            <a:lvl4pPr marL="1600200" indent="-228600" algn="l" eaLnBrk="0" hangingPunct="0">
              <a:buChar char="–"/>
              <a:defRPr sz="2400">
                <a:solidFill>
                  <a:schemeClr val="tx1"/>
                </a:solidFill>
                <a:latin typeface="Arial" pitchFamily="34" charset="0"/>
              </a:defRPr>
            </a:lvl4pPr>
            <a:lvl5pPr marL="2057400" indent="-228600" algn="l" eaLnBrk="0" hangingPunct="0">
              <a:buChar char="»"/>
              <a:defRPr sz="2000">
                <a:solidFill>
                  <a:schemeClr val="tx1"/>
                </a:solidFill>
                <a:latin typeface="Arial" pitchFamily="34" charset="0"/>
              </a:defRPr>
            </a:lvl5pPr>
            <a:lvl6pPr marL="2514600" indent="-228600" eaLnBrk="0" fontAlgn="base" hangingPunct="0">
              <a:spcBef>
                <a:spcPct val="20000"/>
              </a:spcBef>
              <a:spcAft>
                <a:spcPct val="0"/>
              </a:spcAft>
              <a:buChar char="»"/>
              <a:defRPr sz="2000">
                <a:solidFill>
                  <a:schemeClr val="tx1"/>
                </a:solidFill>
                <a:latin typeface="Arial" pitchFamily="34" charset="0"/>
              </a:defRPr>
            </a:lvl6pPr>
            <a:lvl7pPr marL="2971800" indent="-228600" eaLnBrk="0" fontAlgn="base" hangingPunct="0">
              <a:spcBef>
                <a:spcPct val="20000"/>
              </a:spcBef>
              <a:spcAft>
                <a:spcPct val="0"/>
              </a:spcAft>
              <a:buChar char="»"/>
              <a:defRPr sz="2000">
                <a:solidFill>
                  <a:schemeClr val="tx1"/>
                </a:solidFill>
                <a:latin typeface="Arial" pitchFamily="34" charset="0"/>
              </a:defRPr>
            </a:lvl7pPr>
            <a:lvl8pPr marL="3429000" indent="-228600" eaLnBrk="0" fontAlgn="base" hangingPunct="0">
              <a:spcBef>
                <a:spcPct val="20000"/>
              </a:spcBef>
              <a:spcAft>
                <a:spcPct val="0"/>
              </a:spcAft>
              <a:buChar char="»"/>
              <a:defRPr sz="2000">
                <a:solidFill>
                  <a:schemeClr val="tx1"/>
                </a:solidFill>
                <a:latin typeface="Arial" pitchFamily="34" charset="0"/>
              </a:defRPr>
            </a:lvl8pPr>
            <a:lvl9pPr marL="3886200" indent="-228600" eaLnBrk="0" fontAlgn="base" hangingPunct="0">
              <a:spcBef>
                <a:spcPct val="20000"/>
              </a:spcBef>
              <a:spcAft>
                <a:spcPct val="0"/>
              </a:spcAft>
              <a:buChar char="»"/>
              <a:defRPr sz="2000">
                <a:solidFill>
                  <a:schemeClr val="tx1"/>
                </a:solidFill>
                <a:latin typeface="Arial" pitchFamily="34" charset="0"/>
              </a:defRPr>
            </a:lvl9pPr>
          </a:lstStyle>
          <a:p>
            <a:pPr algn="ctr" eaLnBrk="1" hangingPunct="1"/>
            <a:fld id="{BDBDC2E0-4983-4259-8533-2E0129C4221D}" type="slidenum">
              <a:rPr lang="en-US" altLang="en-US" sz="1200" smtClean="0">
                <a:solidFill>
                  <a:srgbClr val="002060"/>
                </a:solidFill>
              </a:rPr>
              <a:pPr algn="ctr" eaLnBrk="1" hangingPunct="1"/>
              <a:t>22</a:t>
            </a:fld>
            <a:endParaRPr lang="en-US" altLang="en-US" sz="1200">
              <a:solidFill>
                <a:srgbClr val="002060"/>
              </a:solidFill>
            </a:endParaRPr>
          </a:p>
        </p:txBody>
      </p:sp>
      <p:sp>
        <p:nvSpPr>
          <p:cNvPr id="6" name="Footer Placeholder 2"/>
          <p:cNvSpPr>
            <a:spLocks noGrp="1"/>
          </p:cNvSpPr>
          <p:nvPr>
            <p:ph type="ftr" sz="quarter" idx="4294967295"/>
          </p:nvPr>
        </p:nvSpPr>
        <p:spPr>
          <a:xfrm>
            <a:off x="0" y="6400800"/>
            <a:ext cx="8686800" cy="457200"/>
          </a:xfrm>
          <a:prstGeom prst="rect">
            <a:avLst/>
          </a:prstGeom>
          <a:noFill/>
        </p:spPr>
        <p:txBody>
          <a:bodyPr vert="horz" lIns="91440" tIns="45720" rIns="91440" bIns="45720" rtlCol="0" anchor="ctr"/>
          <a:lstStyle>
            <a:lvl1pPr algn="l">
              <a:buNone/>
              <a:defRPr sz="900">
                <a:solidFill>
                  <a:schemeClr val="tx1"/>
                </a:solidFill>
                <a:cs typeface="Arial" pitchFamily="34" charset="0"/>
              </a:defRPr>
            </a:lvl1pPr>
          </a:lstStyle>
          <a:p>
            <a:pPr fontAlgn="base">
              <a:spcAft>
                <a:spcPct val="0"/>
              </a:spcAft>
              <a:defRPr/>
            </a:pPr>
            <a:r>
              <a:rPr lang="en-US" dirty="0"/>
              <a:t>Mankiw, </a:t>
            </a:r>
            <a:r>
              <a:rPr lang="en-US" i="1" dirty="0"/>
              <a:t>Principles of Economics</a:t>
            </a:r>
            <a:r>
              <a:rPr lang="en-US" dirty="0"/>
              <a:t>, 11th Edition. © 2027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372246619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itle 1"/>
          <p:cNvSpPr>
            <a:spLocks noGrp="1"/>
          </p:cNvSpPr>
          <p:nvPr>
            <p:ph type="title"/>
          </p:nvPr>
        </p:nvSpPr>
        <p:spPr>
          <a:xfrm>
            <a:off x="0" y="181100"/>
            <a:ext cx="9143999" cy="961900"/>
          </a:xfrm>
        </p:spPr>
        <p:txBody>
          <a:bodyPr wrap="square" anchor="t"/>
          <a:lstStyle/>
          <a:p>
            <a:pPr marL="0" indent="0" eaLnBrk="1" hangingPunct="1">
              <a:defRPr/>
            </a:pPr>
            <a:r>
              <a:rPr lang="en-US" sz="3000" dirty="0"/>
              <a:t>Principle 6: Markets Are Usually a Good Way to Organize Economic Activity – 3 </a:t>
            </a:r>
          </a:p>
        </p:txBody>
      </p:sp>
      <p:sp>
        <p:nvSpPr>
          <p:cNvPr id="32771" name="Content Placeholder 2"/>
          <p:cNvSpPr>
            <a:spLocks noGrp="1"/>
          </p:cNvSpPr>
          <p:nvPr>
            <p:ph idx="1"/>
          </p:nvPr>
        </p:nvSpPr>
        <p:spPr>
          <a:xfrm>
            <a:off x="277813" y="1165225"/>
            <a:ext cx="8866187" cy="5283200"/>
          </a:xfrm>
        </p:spPr>
        <p:txBody>
          <a:bodyPr/>
          <a:lstStyle/>
          <a:p>
            <a:pPr eaLnBrk="1" hangingPunct="1">
              <a:defRPr/>
            </a:pPr>
            <a:r>
              <a:rPr lang="en-US" dirty="0"/>
              <a:t>Prices:</a:t>
            </a:r>
          </a:p>
          <a:p>
            <a:pPr lvl="1" eaLnBrk="1" hangingPunct="1">
              <a:defRPr/>
            </a:pPr>
            <a:r>
              <a:rPr lang="en-US" dirty="0"/>
              <a:t>Determined by the interaction of buyers and sellers</a:t>
            </a:r>
          </a:p>
          <a:p>
            <a:pPr lvl="1" eaLnBrk="1" hangingPunct="1">
              <a:defRPr/>
            </a:pPr>
            <a:r>
              <a:rPr lang="en-US" dirty="0"/>
              <a:t>Reflect the good’s value to buyers </a:t>
            </a:r>
          </a:p>
          <a:p>
            <a:pPr lvl="1" eaLnBrk="1" hangingPunct="1">
              <a:defRPr/>
            </a:pPr>
            <a:r>
              <a:rPr lang="en-US" dirty="0"/>
              <a:t>Reflect the cost of producing the good</a:t>
            </a:r>
          </a:p>
          <a:p>
            <a:pPr eaLnBrk="1" hangingPunct="1">
              <a:defRPr/>
            </a:pPr>
            <a:r>
              <a:rPr lang="en-US" dirty="0"/>
              <a:t>Adam Smith’s “invisible hand”</a:t>
            </a:r>
          </a:p>
          <a:p>
            <a:pPr lvl="1" eaLnBrk="1" hangingPunct="1">
              <a:defRPr/>
            </a:pPr>
            <a:r>
              <a:rPr lang="en-US" dirty="0"/>
              <a:t>Prices adjust to guide market participants to reach outcomes that, often, maximize the well-being of society as a whole</a:t>
            </a:r>
          </a:p>
        </p:txBody>
      </p:sp>
      <p:sp>
        <p:nvSpPr>
          <p:cNvPr id="29701" name="Slide Number Placeholder 1"/>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Lst>
        </p:spPr>
        <p:txBody>
          <a:bodyPr/>
          <a:lstStyle>
            <a:lvl1pPr algn="l" eaLnBrk="0" hangingPunct="0">
              <a:defRPr sz="3400">
                <a:solidFill>
                  <a:srgbClr val="005EA4"/>
                </a:solidFill>
                <a:latin typeface="Arial" pitchFamily="34" charset="0"/>
              </a:defRPr>
            </a:lvl1pPr>
            <a:lvl2pPr marL="742950" indent="-285750" algn="l" eaLnBrk="0" hangingPunct="0">
              <a:buFont typeface="Arial" pitchFamily="34" charset="0"/>
              <a:buChar char="–"/>
              <a:defRPr sz="3200">
                <a:solidFill>
                  <a:schemeClr val="tx1"/>
                </a:solidFill>
                <a:latin typeface="Arial" pitchFamily="34" charset="0"/>
              </a:defRPr>
            </a:lvl2pPr>
            <a:lvl3pPr marL="1143000" indent="-228600" algn="l" eaLnBrk="0" hangingPunct="0">
              <a:buSzPct val="90000"/>
              <a:defRPr sz="2800">
                <a:solidFill>
                  <a:schemeClr val="tx1"/>
                </a:solidFill>
                <a:latin typeface="Arial" pitchFamily="34" charset="0"/>
              </a:defRPr>
            </a:lvl3pPr>
            <a:lvl4pPr marL="1600200" indent="-228600" algn="l" eaLnBrk="0" hangingPunct="0">
              <a:buChar char="–"/>
              <a:defRPr sz="2400">
                <a:solidFill>
                  <a:schemeClr val="tx1"/>
                </a:solidFill>
                <a:latin typeface="Arial" pitchFamily="34" charset="0"/>
              </a:defRPr>
            </a:lvl4pPr>
            <a:lvl5pPr marL="2057400" indent="-228600" algn="l" eaLnBrk="0" hangingPunct="0">
              <a:buChar char="»"/>
              <a:defRPr sz="2000">
                <a:solidFill>
                  <a:schemeClr val="tx1"/>
                </a:solidFill>
                <a:latin typeface="Arial" pitchFamily="34" charset="0"/>
              </a:defRPr>
            </a:lvl5pPr>
            <a:lvl6pPr marL="2514600" indent="-228600" eaLnBrk="0" fontAlgn="base" hangingPunct="0">
              <a:spcBef>
                <a:spcPct val="20000"/>
              </a:spcBef>
              <a:spcAft>
                <a:spcPct val="0"/>
              </a:spcAft>
              <a:buChar char="»"/>
              <a:defRPr sz="2000">
                <a:solidFill>
                  <a:schemeClr val="tx1"/>
                </a:solidFill>
                <a:latin typeface="Arial" pitchFamily="34" charset="0"/>
              </a:defRPr>
            </a:lvl6pPr>
            <a:lvl7pPr marL="2971800" indent="-228600" eaLnBrk="0" fontAlgn="base" hangingPunct="0">
              <a:spcBef>
                <a:spcPct val="20000"/>
              </a:spcBef>
              <a:spcAft>
                <a:spcPct val="0"/>
              </a:spcAft>
              <a:buChar char="»"/>
              <a:defRPr sz="2000">
                <a:solidFill>
                  <a:schemeClr val="tx1"/>
                </a:solidFill>
                <a:latin typeface="Arial" pitchFamily="34" charset="0"/>
              </a:defRPr>
            </a:lvl7pPr>
            <a:lvl8pPr marL="3429000" indent="-228600" eaLnBrk="0" fontAlgn="base" hangingPunct="0">
              <a:spcBef>
                <a:spcPct val="20000"/>
              </a:spcBef>
              <a:spcAft>
                <a:spcPct val="0"/>
              </a:spcAft>
              <a:buChar char="»"/>
              <a:defRPr sz="2000">
                <a:solidFill>
                  <a:schemeClr val="tx1"/>
                </a:solidFill>
                <a:latin typeface="Arial" pitchFamily="34" charset="0"/>
              </a:defRPr>
            </a:lvl8pPr>
            <a:lvl9pPr marL="3886200" indent="-228600" eaLnBrk="0" fontAlgn="base" hangingPunct="0">
              <a:spcBef>
                <a:spcPct val="20000"/>
              </a:spcBef>
              <a:spcAft>
                <a:spcPct val="0"/>
              </a:spcAft>
              <a:buChar char="»"/>
              <a:defRPr sz="2000">
                <a:solidFill>
                  <a:schemeClr val="tx1"/>
                </a:solidFill>
                <a:latin typeface="Arial" pitchFamily="34" charset="0"/>
              </a:defRPr>
            </a:lvl9pPr>
          </a:lstStyle>
          <a:p>
            <a:pPr algn="ctr" eaLnBrk="1" hangingPunct="1"/>
            <a:fld id="{BDBDC2E0-4983-4259-8533-2E0129C4221D}" type="slidenum">
              <a:rPr lang="en-US" altLang="en-US" sz="1200" smtClean="0">
                <a:solidFill>
                  <a:srgbClr val="002060"/>
                </a:solidFill>
              </a:rPr>
              <a:pPr algn="ctr" eaLnBrk="1" hangingPunct="1"/>
              <a:t>23</a:t>
            </a:fld>
            <a:endParaRPr lang="en-US" altLang="en-US" sz="1200">
              <a:solidFill>
                <a:srgbClr val="002060"/>
              </a:solidFill>
            </a:endParaRPr>
          </a:p>
        </p:txBody>
      </p:sp>
      <p:sp>
        <p:nvSpPr>
          <p:cNvPr id="6" name="Footer Placeholder 2"/>
          <p:cNvSpPr>
            <a:spLocks noGrp="1"/>
          </p:cNvSpPr>
          <p:nvPr>
            <p:ph type="ftr" sz="quarter" idx="4294967295"/>
          </p:nvPr>
        </p:nvSpPr>
        <p:spPr>
          <a:xfrm>
            <a:off x="0" y="6400800"/>
            <a:ext cx="8686800" cy="457200"/>
          </a:xfrm>
          <a:prstGeom prst="rect">
            <a:avLst/>
          </a:prstGeom>
          <a:noFill/>
        </p:spPr>
        <p:txBody>
          <a:bodyPr vert="horz" lIns="91440" tIns="45720" rIns="91440" bIns="45720" rtlCol="0" anchor="ctr"/>
          <a:lstStyle>
            <a:lvl1pPr algn="l">
              <a:buNone/>
              <a:defRPr sz="900">
                <a:solidFill>
                  <a:schemeClr val="tx1"/>
                </a:solidFill>
                <a:cs typeface="Arial" pitchFamily="34" charset="0"/>
              </a:defRPr>
            </a:lvl1pPr>
          </a:lstStyle>
          <a:p>
            <a:pPr fontAlgn="base">
              <a:spcAft>
                <a:spcPct val="0"/>
              </a:spcAft>
              <a:defRPr/>
            </a:pPr>
            <a:r>
              <a:rPr lang="en-US" dirty="0"/>
              <a:t>Mankiw, </a:t>
            </a:r>
            <a:r>
              <a:rPr lang="en-US" i="1" dirty="0"/>
              <a:t>Principles of Economics</a:t>
            </a:r>
            <a:r>
              <a:rPr lang="en-US" dirty="0"/>
              <a:t>, 11th Edition. © 2027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263843401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1"/>
          <p:cNvSpPr>
            <a:spLocks noGrp="1"/>
          </p:cNvSpPr>
          <p:nvPr>
            <p:ph type="title"/>
          </p:nvPr>
        </p:nvSpPr>
        <p:spPr>
          <a:xfrm>
            <a:off x="0" y="104900"/>
            <a:ext cx="9143999" cy="961900"/>
          </a:xfrm>
        </p:spPr>
        <p:txBody>
          <a:bodyPr wrap="square" anchor="t"/>
          <a:lstStyle/>
          <a:p>
            <a:pPr marL="0" indent="0" eaLnBrk="1" hangingPunct="1">
              <a:defRPr/>
            </a:pPr>
            <a:r>
              <a:rPr lang="en-US" sz="3200" dirty="0"/>
              <a:t>Principle 7: Governments Can Sometimes Improve Market Outcomes – 1 </a:t>
            </a:r>
          </a:p>
        </p:txBody>
      </p:sp>
      <p:sp>
        <p:nvSpPr>
          <p:cNvPr id="35843" name="Content Placeholder 2"/>
          <p:cNvSpPr>
            <a:spLocks noGrp="1"/>
          </p:cNvSpPr>
          <p:nvPr>
            <p:ph idx="1"/>
          </p:nvPr>
        </p:nvSpPr>
        <p:spPr>
          <a:xfrm>
            <a:off x="277813" y="1142999"/>
            <a:ext cx="8588375" cy="5305425"/>
          </a:xfrm>
        </p:spPr>
        <p:txBody>
          <a:bodyPr/>
          <a:lstStyle/>
          <a:p>
            <a:pPr eaLnBrk="1" hangingPunct="1">
              <a:defRPr/>
            </a:pPr>
            <a:r>
              <a:rPr lang="en-US" dirty="0"/>
              <a:t>Government: enforce property rights</a:t>
            </a:r>
          </a:p>
          <a:p>
            <a:pPr lvl="1" eaLnBrk="1" hangingPunct="1">
              <a:defRPr/>
            </a:pPr>
            <a:r>
              <a:rPr lang="en-US" dirty="0"/>
              <a:t>Enforce rules and maintain institutions that are key to a market economy</a:t>
            </a:r>
          </a:p>
          <a:p>
            <a:pPr lvl="2" eaLnBrk="1" hangingPunct="1">
              <a:defRPr/>
            </a:pPr>
            <a:r>
              <a:rPr lang="en-US" dirty="0"/>
              <a:t>People are less inclined to work, produce, invest, or purchase if there is a large risk of their property being stolen.</a:t>
            </a:r>
          </a:p>
          <a:p>
            <a:pPr lvl="2" eaLnBrk="1" hangingPunct="1">
              <a:defRPr/>
            </a:pPr>
            <a:r>
              <a:rPr lang="en-US" dirty="0"/>
              <a:t>We rely on government-provided police and courts to enforce our rights over the things we produce.</a:t>
            </a:r>
          </a:p>
        </p:txBody>
      </p:sp>
      <p:sp>
        <p:nvSpPr>
          <p:cNvPr id="32773" name="Slide Number Placeholder 1"/>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Lst>
        </p:spPr>
        <p:txBody>
          <a:bodyPr/>
          <a:lstStyle>
            <a:lvl1pPr algn="l" eaLnBrk="0" hangingPunct="0">
              <a:defRPr sz="3400">
                <a:solidFill>
                  <a:srgbClr val="005EA4"/>
                </a:solidFill>
                <a:latin typeface="Arial" pitchFamily="34" charset="0"/>
              </a:defRPr>
            </a:lvl1pPr>
            <a:lvl2pPr marL="742950" indent="-285750" algn="l" eaLnBrk="0" hangingPunct="0">
              <a:buFont typeface="Arial" pitchFamily="34" charset="0"/>
              <a:buChar char="–"/>
              <a:defRPr sz="3200">
                <a:solidFill>
                  <a:schemeClr val="tx1"/>
                </a:solidFill>
                <a:latin typeface="Arial" pitchFamily="34" charset="0"/>
              </a:defRPr>
            </a:lvl2pPr>
            <a:lvl3pPr marL="1143000" indent="-228600" algn="l" eaLnBrk="0" hangingPunct="0">
              <a:buSzPct val="90000"/>
              <a:defRPr sz="2800">
                <a:solidFill>
                  <a:schemeClr val="tx1"/>
                </a:solidFill>
                <a:latin typeface="Arial" pitchFamily="34" charset="0"/>
              </a:defRPr>
            </a:lvl3pPr>
            <a:lvl4pPr marL="1600200" indent="-228600" algn="l" eaLnBrk="0" hangingPunct="0">
              <a:buChar char="–"/>
              <a:defRPr sz="2400">
                <a:solidFill>
                  <a:schemeClr val="tx1"/>
                </a:solidFill>
                <a:latin typeface="Arial" pitchFamily="34" charset="0"/>
              </a:defRPr>
            </a:lvl4pPr>
            <a:lvl5pPr marL="2057400" indent="-228600" algn="l" eaLnBrk="0" hangingPunct="0">
              <a:buChar char="»"/>
              <a:defRPr sz="2000">
                <a:solidFill>
                  <a:schemeClr val="tx1"/>
                </a:solidFill>
                <a:latin typeface="Arial" pitchFamily="34" charset="0"/>
              </a:defRPr>
            </a:lvl5pPr>
            <a:lvl6pPr marL="2514600" indent="-228600" eaLnBrk="0" fontAlgn="base" hangingPunct="0">
              <a:spcBef>
                <a:spcPct val="20000"/>
              </a:spcBef>
              <a:spcAft>
                <a:spcPct val="0"/>
              </a:spcAft>
              <a:buChar char="»"/>
              <a:defRPr sz="2000">
                <a:solidFill>
                  <a:schemeClr val="tx1"/>
                </a:solidFill>
                <a:latin typeface="Arial" pitchFamily="34" charset="0"/>
              </a:defRPr>
            </a:lvl6pPr>
            <a:lvl7pPr marL="2971800" indent="-228600" eaLnBrk="0" fontAlgn="base" hangingPunct="0">
              <a:spcBef>
                <a:spcPct val="20000"/>
              </a:spcBef>
              <a:spcAft>
                <a:spcPct val="0"/>
              </a:spcAft>
              <a:buChar char="»"/>
              <a:defRPr sz="2000">
                <a:solidFill>
                  <a:schemeClr val="tx1"/>
                </a:solidFill>
                <a:latin typeface="Arial" pitchFamily="34" charset="0"/>
              </a:defRPr>
            </a:lvl7pPr>
            <a:lvl8pPr marL="3429000" indent="-228600" eaLnBrk="0" fontAlgn="base" hangingPunct="0">
              <a:spcBef>
                <a:spcPct val="20000"/>
              </a:spcBef>
              <a:spcAft>
                <a:spcPct val="0"/>
              </a:spcAft>
              <a:buChar char="»"/>
              <a:defRPr sz="2000">
                <a:solidFill>
                  <a:schemeClr val="tx1"/>
                </a:solidFill>
                <a:latin typeface="Arial" pitchFamily="34" charset="0"/>
              </a:defRPr>
            </a:lvl8pPr>
            <a:lvl9pPr marL="3886200" indent="-228600" eaLnBrk="0" fontAlgn="base" hangingPunct="0">
              <a:spcBef>
                <a:spcPct val="20000"/>
              </a:spcBef>
              <a:spcAft>
                <a:spcPct val="0"/>
              </a:spcAft>
              <a:buChar char="»"/>
              <a:defRPr sz="2000">
                <a:solidFill>
                  <a:schemeClr val="tx1"/>
                </a:solidFill>
                <a:latin typeface="Arial" pitchFamily="34" charset="0"/>
              </a:defRPr>
            </a:lvl9pPr>
          </a:lstStyle>
          <a:p>
            <a:pPr algn="ctr" eaLnBrk="1" hangingPunct="1"/>
            <a:fld id="{D572889E-0307-47F1-8845-A8D80A0E9F86}" type="slidenum">
              <a:rPr lang="en-US" altLang="en-US" sz="1200" smtClean="0">
                <a:solidFill>
                  <a:srgbClr val="002060"/>
                </a:solidFill>
              </a:rPr>
              <a:pPr algn="ctr" eaLnBrk="1" hangingPunct="1"/>
              <a:t>24</a:t>
            </a:fld>
            <a:endParaRPr lang="en-US" altLang="en-US" sz="1200">
              <a:solidFill>
                <a:srgbClr val="002060"/>
              </a:solidFill>
            </a:endParaRPr>
          </a:p>
        </p:txBody>
      </p:sp>
      <p:sp>
        <p:nvSpPr>
          <p:cNvPr id="6" name="Footer Placeholder 2"/>
          <p:cNvSpPr>
            <a:spLocks noGrp="1"/>
          </p:cNvSpPr>
          <p:nvPr>
            <p:ph type="ftr" sz="quarter" idx="4294967295"/>
          </p:nvPr>
        </p:nvSpPr>
        <p:spPr>
          <a:xfrm>
            <a:off x="0" y="6400800"/>
            <a:ext cx="8686800" cy="457200"/>
          </a:xfrm>
          <a:prstGeom prst="rect">
            <a:avLst/>
          </a:prstGeom>
          <a:noFill/>
        </p:spPr>
        <p:txBody>
          <a:bodyPr vert="horz" lIns="91440" tIns="45720" rIns="91440" bIns="45720" rtlCol="0" anchor="ctr"/>
          <a:lstStyle>
            <a:lvl1pPr algn="l">
              <a:buNone/>
              <a:defRPr sz="900">
                <a:solidFill>
                  <a:schemeClr val="tx1"/>
                </a:solidFill>
                <a:cs typeface="Arial" pitchFamily="34" charset="0"/>
              </a:defRPr>
            </a:lvl1pPr>
          </a:lstStyle>
          <a:p>
            <a:pPr fontAlgn="base">
              <a:spcAft>
                <a:spcPct val="0"/>
              </a:spcAft>
              <a:defRPr/>
            </a:pPr>
            <a:r>
              <a:rPr lang="en-US" dirty="0"/>
              <a:t>Mankiw, </a:t>
            </a:r>
            <a:r>
              <a:rPr lang="en-US" i="1" dirty="0"/>
              <a:t>Principles of Economics</a:t>
            </a:r>
            <a:r>
              <a:rPr lang="en-US" dirty="0"/>
              <a:t>, 11th Edition. © 2027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83771863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1"/>
          <p:cNvSpPr>
            <a:spLocks noGrp="1"/>
          </p:cNvSpPr>
          <p:nvPr>
            <p:ph type="title"/>
          </p:nvPr>
        </p:nvSpPr>
        <p:spPr>
          <a:xfrm>
            <a:off x="0" y="104900"/>
            <a:ext cx="9143999" cy="961900"/>
          </a:xfrm>
        </p:spPr>
        <p:txBody>
          <a:bodyPr wrap="square" anchor="t"/>
          <a:lstStyle/>
          <a:p>
            <a:pPr marL="0" indent="0" eaLnBrk="1" hangingPunct="1">
              <a:defRPr/>
            </a:pPr>
            <a:r>
              <a:rPr lang="en-US" sz="3200" dirty="0"/>
              <a:t>Principle 7: Governments Can Sometimes Improve Market Outcomes – 2 </a:t>
            </a:r>
          </a:p>
        </p:txBody>
      </p:sp>
      <p:sp>
        <p:nvSpPr>
          <p:cNvPr id="35843" name="Content Placeholder 2"/>
          <p:cNvSpPr>
            <a:spLocks noGrp="1"/>
          </p:cNvSpPr>
          <p:nvPr>
            <p:ph idx="1"/>
          </p:nvPr>
        </p:nvSpPr>
        <p:spPr>
          <a:xfrm>
            <a:off x="277813" y="1130300"/>
            <a:ext cx="8588375" cy="5422900"/>
          </a:xfrm>
        </p:spPr>
        <p:txBody>
          <a:bodyPr/>
          <a:lstStyle/>
          <a:p>
            <a:pPr eaLnBrk="1" hangingPunct="1">
              <a:defRPr/>
            </a:pPr>
            <a:r>
              <a:rPr lang="en-US" dirty="0"/>
              <a:t>Government: promote efficiency</a:t>
            </a:r>
          </a:p>
          <a:p>
            <a:pPr lvl="1" eaLnBrk="1" hangingPunct="1">
              <a:defRPr/>
            </a:pPr>
            <a:r>
              <a:rPr lang="en-US" dirty="0"/>
              <a:t>Avoid </a:t>
            </a:r>
            <a:r>
              <a:rPr lang="en-US" dirty="0">
                <a:solidFill>
                  <a:srgbClr val="C00000"/>
                </a:solidFill>
              </a:rPr>
              <a:t>market failures</a:t>
            </a:r>
            <a:r>
              <a:rPr lang="en-US" dirty="0"/>
              <a:t>: Market left on its own fails to allocate resources efficiently.</a:t>
            </a:r>
          </a:p>
          <a:p>
            <a:pPr lvl="1" eaLnBrk="1" hangingPunct="1">
              <a:defRPr/>
            </a:pPr>
            <a:r>
              <a:rPr lang="en-US" dirty="0">
                <a:solidFill>
                  <a:srgbClr val="4E519E"/>
                </a:solidFill>
              </a:rPr>
              <a:t>Externality </a:t>
            </a:r>
            <a:r>
              <a:rPr lang="en-US" dirty="0"/>
              <a:t>– source of market failure</a:t>
            </a:r>
          </a:p>
          <a:p>
            <a:pPr lvl="2" eaLnBrk="1" hangingPunct="1">
              <a:defRPr/>
            </a:pPr>
            <a:r>
              <a:rPr lang="en-US" dirty="0"/>
              <a:t>How the production or consumption of a good affects bystanders (e.g. pollution).</a:t>
            </a:r>
          </a:p>
          <a:p>
            <a:pPr lvl="1" eaLnBrk="1" hangingPunct="1">
              <a:defRPr/>
            </a:pPr>
            <a:r>
              <a:rPr lang="en-US" dirty="0">
                <a:solidFill>
                  <a:srgbClr val="4E519E"/>
                </a:solidFill>
              </a:rPr>
              <a:t>Market power </a:t>
            </a:r>
            <a:r>
              <a:rPr lang="en-US" dirty="0"/>
              <a:t>– source of market failure</a:t>
            </a:r>
          </a:p>
          <a:p>
            <a:pPr lvl="2" eaLnBrk="1" hangingPunct="1">
              <a:defRPr/>
            </a:pPr>
            <a:r>
              <a:rPr lang="en-US" dirty="0"/>
              <a:t>A single buyer or seller has substantial influence on market price (e.g., monopoly).</a:t>
            </a:r>
          </a:p>
          <a:p>
            <a:pPr lvl="2" eaLnBrk="1" hangingPunct="1">
              <a:defRPr/>
            </a:pPr>
            <a:endParaRPr lang="en-US" dirty="0"/>
          </a:p>
        </p:txBody>
      </p:sp>
      <p:sp>
        <p:nvSpPr>
          <p:cNvPr id="32773" name="Slide Number Placeholder 1"/>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Lst>
        </p:spPr>
        <p:txBody>
          <a:bodyPr/>
          <a:lstStyle>
            <a:lvl1pPr algn="l" eaLnBrk="0" hangingPunct="0">
              <a:defRPr sz="3400">
                <a:solidFill>
                  <a:srgbClr val="005EA4"/>
                </a:solidFill>
                <a:latin typeface="Arial" pitchFamily="34" charset="0"/>
              </a:defRPr>
            </a:lvl1pPr>
            <a:lvl2pPr marL="742950" indent="-285750" algn="l" eaLnBrk="0" hangingPunct="0">
              <a:buFont typeface="Arial" pitchFamily="34" charset="0"/>
              <a:buChar char="–"/>
              <a:defRPr sz="3200">
                <a:solidFill>
                  <a:schemeClr val="tx1"/>
                </a:solidFill>
                <a:latin typeface="Arial" pitchFamily="34" charset="0"/>
              </a:defRPr>
            </a:lvl2pPr>
            <a:lvl3pPr marL="1143000" indent="-228600" algn="l" eaLnBrk="0" hangingPunct="0">
              <a:buSzPct val="90000"/>
              <a:defRPr sz="2800">
                <a:solidFill>
                  <a:schemeClr val="tx1"/>
                </a:solidFill>
                <a:latin typeface="Arial" pitchFamily="34" charset="0"/>
              </a:defRPr>
            </a:lvl3pPr>
            <a:lvl4pPr marL="1600200" indent="-228600" algn="l" eaLnBrk="0" hangingPunct="0">
              <a:buChar char="–"/>
              <a:defRPr sz="2400">
                <a:solidFill>
                  <a:schemeClr val="tx1"/>
                </a:solidFill>
                <a:latin typeface="Arial" pitchFamily="34" charset="0"/>
              </a:defRPr>
            </a:lvl4pPr>
            <a:lvl5pPr marL="2057400" indent="-228600" algn="l" eaLnBrk="0" hangingPunct="0">
              <a:buChar char="»"/>
              <a:defRPr sz="2000">
                <a:solidFill>
                  <a:schemeClr val="tx1"/>
                </a:solidFill>
                <a:latin typeface="Arial" pitchFamily="34" charset="0"/>
              </a:defRPr>
            </a:lvl5pPr>
            <a:lvl6pPr marL="2514600" indent="-228600" eaLnBrk="0" fontAlgn="base" hangingPunct="0">
              <a:spcBef>
                <a:spcPct val="20000"/>
              </a:spcBef>
              <a:spcAft>
                <a:spcPct val="0"/>
              </a:spcAft>
              <a:buChar char="»"/>
              <a:defRPr sz="2000">
                <a:solidFill>
                  <a:schemeClr val="tx1"/>
                </a:solidFill>
                <a:latin typeface="Arial" pitchFamily="34" charset="0"/>
              </a:defRPr>
            </a:lvl6pPr>
            <a:lvl7pPr marL="2971800" indent="-228600" eaLnBrk="0" fontAlgn="base" hangingPunct="0">
              <a:spcBef>
                <a:spcPct val="20000"/>
              </a:spcBef>
              <a:spcAft>
                <a:spcPct val="0"/>
              </a:spcAft>
              <a:buChar char="»"/>
              <a:defRPr sz="2000">
                <a:solidFill>
                  <a:schemeClr val="tx1"/>
                </a:solidFill>
                <a:latin typeface="Arial" pitchFamily="34" charset="0"/>
              </a:defRPr>
            </a:lvl7pPr>
            <a:lvl8pPr marL="3429000" indent="-228600" eaLnBrk="0" fontAlgn="base" hangingPunct="0">
              <a:spcBef>
                <a:spcPct val="20000"/>
              </a:spcBef>
              <a:spcAft>
                <a:spcPct val="0"/>
              </a:spcAft>
              <a:buChar char="»"/>
              <a:defRPr sz="2000">
                <a:solidFill>
                  <a:schemeClr val="tx1"/>
                </a:solidFill>
                <a:latin typeface="Arial" pitchFamily="34" charset="0"/>
              </a:defRPr>
            </a:lvl8pPr>
            <a:lvl9pPr marL="3886200" indent="-228600" eaLnBrk="0" fontAlgn="base" hangingPunct="0">
              <a:spcBef>
                <a:spcPct val="20000"/>
              </a:spcBef>
              <a:spcAft>
                <a:spcPct val="0"/>
              </a:spcAft>
              <a:buChar char="»"/>
              <a:defRPr sz="2000">
                <a:solidFill>
                  <a:schemeClr val="tx1"/>
                </a:solidFill>
                <a:latin typeface="Arial" pitchFamily="34" charset="0"/>
              </a:defRPr>
            </a:lvl9pPr>
          </a:lstStyle>
          <a:p>
            <a:pPr algn="ctr" eaLnBrk="1" hangingPunct="1"/>
            <a:fld id="{D572889E-0307-47F1-8845-A8D80A0E9F86}" type="slidenum">
              <a:rPr lang="en-US" altLang="en-US" sz="1200" smtClean="0">
                <a:solidFill>
                  <a:srgbClr val="002060"/>
                </a:solidFill>
              </a:rPr>
              <a:pPr algn="ctr" eaLnBrk="1" hangingPunct="1"/>
              <a:t>25</a:t>
            </a:fld>
            <a:endParaRPr lang="en-US" altLang="en-US" sz="1200">
              <a:solidFill>
                <a:srgbClr val="002060"/>
              </a:solidFill>
            </a:endParaRPr>
          </a:p>
        </p:txBody>
      </p:sp>
      <p:sp>
        <p:nvSpPr>
          <p:cNvPr id="6" name="Footer Placeholder 2"/>
          <p:cNvSpPr>
            <a:spLocks noGrp="1"/>
          </p:cNvSpPr>
          <p:nvPr>
            <p:ph type="ftr" sz="quarter" idx="4294967295"/>
          </p:nvPr>
        </p:nvSpPr>
        <p:spPr>
          <a:xfrm>
            <a:off x="0" y="6400800"/>
            <a:ext cx="8686800" cy="457200"/>
          </a:xfrm>
          <a:prstGeom prst="rect">
            <a:avLst/>
          </a:prstGeom>
          <a:noFill/>
        </p:spPr>
        <p:txBody>
          <a:bodyPr vert="horz" lIns="91440" tIns="45720" rIns="91440" bIns="45720" rtlCol="0" anchor="ctr"/>
          <a:lstStyle>
            <a:lvl1pPr algn="l">
              <a:buNone/>
              <a:defRPr sz="900">
                <a:solidFill>
                  <a:schemeClr val="tx1"/>
                </a:solidFill>
                <a:cs typeface="Arial" pitchFamily="34" charset="0"/>
              </a:defRPr>
            </a:lvl1pPr>
          </a:lstStyle>
          <a:p>
            <a:pPr fontAlgn="base">
              <a:spcAft>
                <a:spcPct val="0"/>
              </a:spcAft>
              <a:defRPr/>
            </a:pPr>
            <a:r>
              <a:rPr lang="en-US" dirty="0"/>
              <a:t>Mankiw, </a:t>
            </a:r>
            <a:r>
              <a:rPr lang="en-US" i="1" dirty="0"/>
              <a:t>Principles of Economics</a:t>
            </a:r>
            <a:r>
              <a:rPr lang="en-US" dirty="0"/>
              <a:t>, 11th Edition. © 2027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248975537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1"/>
          <p:cNvSpPr>
            <a:spLocks noGrp="1"/>
          </p:cNvSpPr>
          <p:nvPr>
            <p:ph type="title"/>
          </p:nvPr>
        </p:nvSpPr>
        <p:spPr>
          <a:xfrm>
            <a:off x="0" y="104776"/>
            <a:ext cx="9143999" cy="961900"/>
          </a:xfrm>
        </p:spPr>
        <p:txBody>
          <a:bodyPr wrap="square" anchor="t"/>
          <a:lstStyle/>
          <a:p>
            <a:pPr marL="0" indent="0" eaLnBrk="1" hangingPunct="1">
              <a:defRPr/>
            </a:pPr>
            <a:r>
              <a:rPr lang="en-US" sz="3200" dirty="0"/>
              <a:t>Principle 7: Governments Can Sometimes Improve Market Outcomes – 3 </a:t>
            </a:r>
          </a:p>
        </p:txBody>
      </p:sp>
      <p:sp>
        <p:nvSpPr>
          <p:cNvPr id="35843" name="Content Placeholder 2"/>
          <p:cNvSpPr>
            <a:spLocks noGrp="1"/>
          </p:cNvSpPr>
          <p:nvPr>
            <p:ph idx="1"/>
          </p:nvPr>
        </p:nvSpPr>
        <p:spPr>
          <a:xfrm>
            <a:off x="277813" y="1295400"/>
            <a:ext cx="8588375" cy="5257800"/>
          </a:xfrm>
        </p:spPr>
        <p:txBody>
          <a:bodyPr/>
          <a:lstStyle/>
          <a:p>
            <a:pPr eaLnBrk="1" hangingPunct="1">
              <a:defRPr/>
            </a:pPr>
            <a:r>
              <a:rPr lang="en-US" dirty="0"/>
              <a:t>Government: promote equality</a:t>
            </a:r>
          </a:p>
          <a:p>
            <a:pPr lvl="1" eaLnBrk="1" hangingPunct="1">
              <a:defRPr/>
            </a:pPr>
            <a:r>
              <a:rPr lang="en-US" dirty="0"/>
              <a:t>Avoid disparities in economic well-being</a:t>
            </a:r>
          </a:p>
          <a:p>
            <a:pPr lvl="1" eaLnBrk="1" hangingPunct="1">
              <a:defRPr/>
            </a:pPr>
            <a:r>
              <a:rPr lang="en-US" dirty="0"/>
              <a:t>Use tax or welfare policies to change how the economic “pie” is divided.</a:t>
            </a:r>
          </a:p>
          <a:p>
            <a:pPr eaLnBrk="1" hangingPunct="1">
              <a:defRPr/>
            </a:pPr>
            <a:r>
              <a:rPr lang="en-US" dirty="0"/>
              <a:t>To say that the government can improve market outcomes </a:t>
            </a:r>
          </a:p>
          <a:p>
            <a:pPr lvl="1" eaLnBrk="1" hangingPunct="1">
              <a:defRPr/>
            </a:pPr>
            <a:r>
              <a:rPr lang="en-US" dirty="0"/>
              <a:t>Does not mean that it always will</a:t>
            </a:r>
          </a:p>
        </p:txBody>
      </p:sp>
      <p:sp>
        <p:nvSpPr>
          <p:cNvPr id="32773" name="Slide Number Placeholder 1"/>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Lst>
        </p:spPr>
        <p:txBody>
          <a:bodyPr/>
          <a:lstStyle>
            <a:lvl1pPr algn="l" eaLnBrk="0" hangingPunct="0">
              <a:defRPr sz="3400">
                <a:solidFill>
                  <a:srgbClr val="005EA4"/>
                </a:solidFill>
                <a:latin typeface="Arial" pitchFamily="34" charset="0"/>
              </a:defRPr>
            </a:lvl1pPr>
            <a:lvl2pPr marL="742950" indent="-285750" algn="l" eaLnBrk="0" hangingPunct="0">
              <a:buFont typeface="Arial" pitchFamily="34" charset="0"/>
              <a:buChar char="–"/>
              <a:defRPr sz="3200">
                <a:solidFill>
                  <a:schemeClr val="tx1"/>
                </a:solidFill>
                <a:latin typeface="Arial" pitchFamily="34" charset="0"/>
              </a:defRPr>
            </a:lvl2pPr>
            <a:lvl3pPr marL="1143000" indent="-228600" algn="l" eaLnBrk="0" hangingPunct="0">
              <a:buSzPct val="90000"/>
              <a:defRPr sz="2800">
                <a:solidFill>
                  <a:schemeClr val="tx1"/>
                </a:solidFill>
                <a:latin typeface="Arial" pitchFamily="34" charset="0"/>
              </a:defRPr>
            </a:lvl3pPr>
            <a:lvl4pPr marL="1600200" indent="-228600" algn="l" eaLnBrk="0" hangingPunct="0">
              <a:buChar char="–"/>
              <a:defRPr sz="2400">
                <a:solidFill>
                  <a:schemeClr val="tx1"/>
                </a:solidFill>
                <a:latin typeface="Arial" pitchFamily="34" charset="0"/>
              </a:defRPr>
            </a:lvl4pPr>
            <a:lvl5pPr marL="2057400" indent="-228600" algn="l" eaLnBrk="0" hangingPunct="0">
              <a:buChar char="»"/>
              <a:defRPr sz="2000">
                <a:solidFill>
                  <a:schemeClr val="tx1"/>
                </a:solidFill>
                <a:latin typeface="Arial" pitchFamily="34" charset="0"/>
              </a:defRPr>
            </a:lvl5pPr>
            <a:lvl6pPr marL="2514600" indent="-228600" eaLnBrk="0" fontAlgn="base" hangingPunct="0">
              <a:spcBef>
                <a:spcPct val="20000"/>
              </a:spcBef>
              <a:spcAft>
                <a:spcPct val="0"/>
              </a:spcAft>
              <a:buChar char="»"/>
              <a:defRPr sz="2000">
                <a:solidFill>
                  <a:schemeClr val="tx1"/>
                </a:solidFill>
                <a:latin typeface="Arial" pitchFamily="34" charset="0"/>
              </a:defRPr>
            </a:lvl6pPr>
            <a:lvl7pPr marL="2971800" indent="-228600" eaLnBrk="0" fontAlgn="base" hangingPunct="0">
              <a:spcBef>
                <a:spcPct val="20000"/>
              </a:spcBef>
              <a:spcAft>
                <a:spcPct val="0"/>
              </a:spcAft>
              <a:buChar char="»"/>
              <a:defRPr sz="2000">
                <a:solidFill>
                  <a:schemeClr val="tx1"/>
                </a:solidFill>
                <a:latin typeface="Arial" pitchFamily="34" charset="0"/>
              </a:defRPr>
            </a:lvl7pPr>
            <a:lvl8pPr marL="3429000" indent="-228600" eaLnBrk="0" fontAlgn="base" hangingPunct="0">
              <a:spcBef>
                <a:spcPct val="20000"/>
              </a:spcBef>
              <a:spcAft>
                <a:spcPct val="0"/>
              </a:spcAft>
              <a:buChar char="»"/>
              <a:defRPr sz="2000">
                <a:solidFill>
                  <a:schemeClr val="tx1"/>
                </a:solidFill>
                <a:latin typeface="Arial" pitchFamily="34" charset="0"/>
              </a:defRPr>
            </a:lvl8pPr>
            <a:lvl9pPr marL="3886200" indent="-228600" eaLnBrk="0" fontAlgn="base" hangingPunct="0">
              <a:spcBef>
                <a:spcPct val="20000"/>
              </a:spcBef>
              <a:spcAft>
                <a:spcPct val="0"/>
              </a:spcAft>
              <a:buChar char="»"/>
              <a:defRPr sz="2000">
                <a:solidFill>
                  <a:schemeClr val="tx1"/>
                </a:solidFill>
                <a:latin typeface="Arial" pitchFamily="34" charset="0"/>
              </a:defRPr>
            </a:lvl9pPr>
          </a:lstStyle>
          <a:p>
            <a:pPr algn="ctr" eaLnBrk="1" hangingPunct="1"/>
            <a:fld id="{D572889E-0307-47F1-8845-A8D80A0E9F86}" type="slidenum">
              <a:rPr lang="en-US" altLang="en-US" sz="1200" smtClean="0">
                <a:solidFill>
                  <a:srgbClr val="002060"/>
                </a:solidFill>
              </a:rPr>
              <a:pPr algn="ctr" eaLnBrk="1" hangingPunct="1"/>
              <a:t>26</a:t>
            </a:fld>
            <a:endParaRPr lang="en-US" altLang="en-US" sz="1200">
              <a:solidFill>
                <a:srgbClr val="002060"/>
              </a:solidFill>
            </a:endParaRPr>
          </a:p>
        </p:txBody>
      </p:sp>
      <p:sp>
        <p:nvSpPr>
          <p:cNvPr id="6" name="Footer Placeholder 2"/>
          <p:cNvSpPr>
            <a:spLocks noGrp="1"/>
          </p:cNvSpPr>
          <p:nvPr>
            <p:ph type="ftr" sz="quarter" idx="4294967295"/>
          </p:nvPr>
        </p:nvSpPr>
        <p:spPr>
          <a:xfrm>
            <a:off x="0" y="6400800"/>
            <a:ext cx="8686800" cy="457200"/>
          </a:xfrm>
          <a:prstGeom prst="rect">
            <a:avLst/>
          </a:prstGeom>
          <a:noFill/>
        </p:spPr>
        <p:txBody>
          <a:bodyPr vert="horz" lIns="91440" tIns="45720" rIns="91440" bIns="45720" rtlCol="0" anchor="ctr"/>
          <a:lstStyle>
            <a:lvl1pPr algn="l">
              <a:buNone/>
              <a:defRPr sz="900">
                <a:solidFill>
                  <a:schemeClr val="tx1"/>
                </a:solidFill>
                <a:cs typeface="Arial" pitchFamily="34" charset="0"/>
              </a:defRPr>
            </a:lvl1pPr>
          </a:lstStyle>
          <a:p>
            <a:pPr fontAlgn="base">
              <a:spcAft>
                <a:spcPct val="0"/>
              </a:spcAft>
              <a:defRPr/>
            </a:pPr>
            <a:r>
              <a:rPr lang="en-US" dirty="0"/>
              <a:t>Mankiw, </a:t>
            </a:r>
            <a:r>
              <a:rPr lang="en-US" i="1" dirty="0"/>
              <a:t>Principles of Economics</a:t>
            </a:r>
            <a:r>
              <a:rPr lang="en-US" dirty="0"/>
              <a:t>, 11th Edition. © 2027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87406797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Active Learning 3: </a:t>
            </a:r>
            <a:r>
              <a:rPr lang="en-US" dirty="0">
                <a:solidFill>
                  <a:schemeClr val="tx1"/>
                </a:solidFill>
              </a:rPr>
              <a:t>The government</a:t>
            </a:r>
          </a:p>
        </p:txBody>
      </p:sp>
      <p:sp>
        <p:nvSpPr>
          <p:cNvPr id="3" name="Content Placeholder 2"/>
          <p:cNvSpPr>
            <a:spLocks noGrp="1"/>
          </p:cNvSpPr>
          <p:nvPr>
            <p:ph idx="1"/>
          </p:nvPr>
        </p:nvSpPr>
        <p:spPr/>
        <p:txBody>
          <a:bodyPr>
            <a:normAutofit/>
          </a:bodyPr>
          <a:lstStyle/>
          <a:p>
            <a:pPr marL="0" indent="0">
              <a:buClr>
                <a:srgbClr val="CC0000"/>
              </a:buClr>
              <a:buNone/>
            </a:pPr>
            <a:r>
              <a:rPr lang="en-US" dirty="0">
                <a:solidFill>
                  <a:srgbClr val="4E519E"/>
                </a:solidFill>
              </a:rPr>
              <a:t>In each of the following situations, what is the government’s role?  </a:t>
            </a:r>
          </a:p>
          <a:p>
            <a:pPr marL="0" indent="0">
              <a:buClr>
                <a:srgbClr val="CC0000"/>
              </a:buClr>
              <a:buNone/>
            </a:pPr>
            <a:r>
              <a:rPr lang="en-US" dirty="0">
                <a:solidFill>
                  <a:srgbClr val="4E519E"/>
                </a:solidFill>
              </a:rPr>
              <a:t>Does the government’s intervention improve the outcome?</a:t>
            </a:r>
          </a:p>
          <a:p>
            <a:pPr marL="914400" lvl="1" indent="-514350">
              <a:buClr>
                <a:srgbClr val="CC0000"/>
              </a:buClr>
              <a:buFont typeface="+mj-lt"/>
              <a:buAutoNum type="alphaUcPeriod"/>
            </a:pPr>
            <a:r>
              <a:rPr lang="en-US" sz="3200" dirty="0"/>
              <a:t>Public schools for K-12</a:t>
            </a:r>
          </a:p>
          <a:p>
            <a:pPr marL="914400" lvl="1" indent="-514350">
              <a:buClr>
                <a:srgbClr val="CC0000"/>
              </a:buClr>
              <a:buFont typeface="+mj-lt"/>
              <a:buAutoNum type="alphaUcPeriod"/>
            </a:pPr>
            <a:r>
              <a:rPr lang="en-US" sz="3200" dirty="0"/>
              <a:t>Workplace safety regulations</a:t>
            </a:r>
          </a:p>
          <a:p>
            <a:pPr marL="914400" lvl="1" indent="-514350">
              <a:buClr>
                <a:srgbClr val="CC0000"/>
              </a:buClr>
              <a:buFont typeface="+mj-lt"/>
              <a:buAutoNum type="alphaUcPeriod"/>
            </a:pPr>
            <a:r>
              <a:rPr lang="en-US" sz="3200" dirty="0"/>
              <a:t>Public highways</a:t>
            </a:r>
          </a:p>
          <a:p>
            <a:pPr marL="914400" lvl="1" indent="-514350">
              <a:buClr>
                <a:srgbClr val="CC0000"/>
              </a:buClr>
              <a:buFont typeface="+mj-lt"/>
              <a:buAutoNum type="alphaUcPeriod"/>
            </a:pPr>
            <a:r>
              <a:rPr lang="en-US" sz="3200" dirty="0"/>
              <a:t>Patent laws, which allow drug companies to charge high prices for life-saving drugs</a:t>
            </a:r>
          </a:p>
        </p:txBody>
      </p:sp>
      <p:sp>
        <p:nvSpPr>
          <p:cNvPr id="4" name="Slide Number Placeholder 3"/>
          <p:cNvSpPr>
            <a:spLocks noGrp="1"/>
          </p:cNvSpPr>
          <p:nvPr>
            <p:ph type="sldNum" sz="quarter" idx="10"/>
          </p:nvPr>
        </p:nvSpPr>
        <p:spPr/>
        <p:txBody>
          <a:bodyPr/>
          <a:lstStyle/>
          <a:p>
            <a:pPr>
              <a:defRPr/>
            </a:pPr>
            <a:fld id="{073C29DC-2178-4274-9150-45F8EBD31C2D}" type="slidenum">
              <a:rPr lang="en-US" smtClean="0"/>
              <a:pPr>
                <a:defRPr/>
              </a:pPr>
              <a:t>27</a:t>
            </a:fld>
            <a:endParaRPr lang="en-US"/>
          </a:p>
        </p:txBody>
      </p:sp>
      <p:sp>
        <p:nvSpPr>
          <p:cNvPr id="6" name="Footer Placeholder 2"/>
          <p:cNvSpPr>
            <a:spLocks noGrp="1"/>
          </p:cNvSpPr>
          <p:nvPr>
            <p:ph type="ftr" sz="quarter" idx="4294967295"/>
          </p:nvPr>
        </p:nvSpPr>
        <p:spPr>
          <a:xfrm>
            <a:off x="347240" y="6400800"/>
            <a:ext cx="8339559" cy="457200"/>
          </a:xfrm>
          <a:prstGeom prst="rect">
            <a:avLst/>
          </a:prstGeom>
          <a:noFill/>
        </p:spPr>
        <p:txBody>
          <a:bodyPr vert="horz" lIns="91440" tIns="45720" rIns="91440" bIns="45720" rtlCol="0" anchor="ctr"/>
          <a:lstStyle>
            <a:lvl1pPr algn="l">
              <a:buNone/>
              <a:defRPr sz="900">
                <a:solidFill>
                  <a:schemeClr val="tx1"/>
                </a:solidFill>
                <a:cs typeface="Arial" pitchFamily="34" charset="0"/>
              </a:defRPr>
            </a:lvl1pPr>
          </a:lstStyle>
          <a:p>
            <a:pPr fontAlgn="base">
              <a:spcAft>
                <a:spcPct val="0"/>
              </a:spcAft>
              <a:defRPr/>
            </a:pPr>
            <a:r>
              <a:rPr lang="en-US" dirty="0"/>
              <a:t>Mankiw, </a:t>
            </a:r>
            <a:r>
              <a:rPr lang="en-US" i="1" dirty="0"/>
              <a:t>Principles of Economics</a:t>
            </a:r>
            <a:r>
              <a:rPr lang="en-US" dirty="0"/>
              <a:t>, 11th Edition. © 2027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1279242525"/>
      </p:ext>
    </p:extLst>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p:txBody>
          <a:bodyPr wrap="square" anchor="ctr"/>
          <a:lstStyle/>
          <a:p>
            <a:pPr eaLnBrk="1" hangingPunct="1"/>
            <a:r>
              <a:rPr lang="en-US" altLang="en-US" sz="3600" dirty="0"/>
              <a:t>How the economy as a whole works</a:t>
            </a:r>
          </a:p>
        </p:txBody>
      </p:sp>
      <p:sp>
        <p:nvSpPr>
          <p:cNvPr id="18435" name="Content Placeholder 2"/>
          <p:cNvSpPr>
            <a:spLocks noGrp="1"/>
          </p:cNvSpPr>
          <p:nvPr>
            <p:ph idx="1"/>
          </p:nvPr>
        </p:nvSpPr>
        <p:spPr/>
        <p:txBody>
          <a:bodyPr/>
          <a:lstStyle/>
          <a:p>
            <a:pPr marL="0" indent="0">
              <a:buNone/>
            </a:pPr>
            <a:r>
              <a:rPr lang="en-US" altLang="en-US" sz="2000" dirty="0"/>
              <a:t>  </a:t>
            </a:r>
          </a:p>
          <a:p>
            <a:pPr marL="57150" indent="0">
              <a:buNone/>
            </a:pPr>
            <a:r>
              <a:rPr lang="en-US" altLang="en-US" dirty="0">
                <a:solidFill>
                  <a:srgbClr val="AE1221"/>
                </a:solidFill>
              </a:rPr>
              <a:t>Principle 8: </a:t>
            </a:r>
            <a:r>
              <a:rPr lang="en-US" altLang="en-US" dirty="0">
                <a:solidFill>
                  <a:schemeClr val="tx1"/>
                </a:solidFill>
              </a:rPr>
              <a:t>A country’s standard of living depends on its ability to produce goods and services.</a:t>
            </a:r>
          </a:p>
          <a:p>
            <a:pPr marL="57150" indent="0">
              <a:buNone/>
            </a:pPr>
            <a:r>
              <a:rPr lang="en-US" altLang="en-US" dirty="0">
                <a:solidFill>
                  <a:srgbClr val="AE1221"/>
                </a:solidFill>
              </a:rPr>
              <a:t>Principle 9: </a:t>
            </a:r>
            <a:r>
              <a:rPr lang="en-US" altLang="en-US" dirty="0">
                <a:solidFill>
                  <a:schemeClr val="tx1"/>
                </a:solidFill>
              </a:rPr>
              <a:t>Prices rise when the government prints too much money.</a:t>
            </a:r>
          </a:p>
          <a:p>
            <a:pPr marL="57150" indent="0">
              <a:buNone/>
            </a:pPr>
            <a:r>
              <a:rPr lang="en-US" altLang="en-US" dirty="0">
                <a:solidFill>
                  <a:srgbClr val="AE1221"/>
                </a:solidFill>
              </a:rPr>
              <a:t>Principle 10: </a:t>
            </a:r>
            <a:r>
              <a:rPr lang="en-US" altLang="en-US" dirty="0">
                <a:solidFill>
                  <a:schemeClr val="tx1"/>
                </a:solidFill>
              </a:rPr>
              <a:t>Society faces a short-run trade-off between inflation and unemployment.</a:t>
            </a:r>
          </a:p>
        </p:txBody>
      </p:sp>
      <p:sp>
        <p:nvSpPr>
          <p:cNvPr id="18437" name="Slide Number Placeholder 1"/>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Lst>
        </p:spPr>
        <p:txBody>
          <a:bodyPr/>
          <a:lstStyle>
            <a:lvl1pPr algn="l" eaLnBrk="0" hangingPunct="0">
              <a:defRPr sz="3400">
                <a:solidFill>
                  <a:srgbClr val="005EA4"/>
                </a:solidFill>
                <a:latin typeface="Arial" pitchFamily="34" charset="0"/>
              </a:defRPr>
            </a:lvl1pPr>
            <a:lvl2pPr marL="742950" indent="-285750" algn="l" eaLnBrk="0" hangingPunct="0">
              <a:buFont typeface="Arial" pitchFamily="34" charset="0"/>
              <a:buChar char="–"/>
              <a:defRPr sz="3200">
                <a:solidFill>
                  <a:schemeClr val="tx1"/>
                </a:solidFill>
                <a:latin typeface="Arial" pitchFamily="34" charset="0"/>
              </a:defRPr>
            </a:lvl2pPr>
            <a:lvl3pPr marL="1143000" indent="-228600" algn="l" eaLnBrk="0" hangingPunct="0">
              <a:buSzPct val="90000"/>
              <a:defRPr sz="2800">
                <a:solidFill>
                  <a:schemeClr val="tx1"/>
                </a:solidFill>
                <a:latin typeface="Arial" pitchFamily="34" charset="0"/>
              </a:defRPr>
            </a:lvl3pPr>
            <a:lvl4pPr marL="1600200" indent="-228600" algn="l" eaLnBrk="0" hangingPunct="0">
              <a:buChar char="–"/>
              <a:defRPr sz="2400">
                <a:solidFill>
                  <a:schemeClr val="tx1"/>
                </a:solidFill>
                <a:latin typeface="Arial" pitchFamily="34" charset="0"/>
              </a:defRPr>
            </a:lvl4pPr>
            <a:lvl5pPr marL="2057400" indent="-228600" algn="l" eaLnBrk="0" hangingPunct="0">
              <a:buChar char="»"/>
              <a:defRPr sz="2000">
                <a:solidFill>
                  <a:schemeClr val="tx1"/>
                </a:solidFill>
                <a:latin typeface="Arial" pitchFamily="34" charset="0"/>
              </a:defRPr>
            </a:lvl5pPr>
            <a:lvl6pPr marL="2514600" indent="-228600" eaLnBrk="0" fontAlgn="base" hangingPunct="0">
              <a:spcBef>
                <a:spcPct val="20000"/>
              </a:spcBef>
              <a:spcAft>
                <a:spcPct val="0"/>
              </a:spcAft>
              <a:buChar char="»"/>
              <a:defRPr sz="2000">
                <a:solidFill>
                  <a:schemeClr val="tx1"/>
                </a:solidFill>
                <a:latin typeface="Arial" pitchFamily="34" charset="0"/>
              </a:defRPr>
            </a:lvl6pPr>
            <a:lvl7pPr marL="2971800" indent="-228600" eaLnBrk="0" fontAlgn="base" hangingPunct="0">
              <a:spcBef>
                <a:spcPct val="20000"/>
              </a:spcBef>
              <a:spcAft>
                <a:spcPct val="0"/>
              </a:spcAft>
              <a:buChar char="»"/>
              <a:defRPr sz="2000">
                <a:solidFill>
                  <a:schemeClr val="tx1"/>
                </a:solidFill>
                <a:latin typeface="Arial" pitchFamily="34" charset="0"/>
              </a:defRPr>
            </a:lvl7pPr>
            <a:lvl8pPr marL="3429000" indent="-228600" eaLnBrk="0" fontAlgn="base" hangingPunct="0">
              <a:spcBef>
                <a:spcPct val="20000"/>
              </a:spcBef>
              <a:spcAft>
                <a:spcPct val="0"/>
              </a:spcAft>
              <a:buChar char="»"/>
              <a:defRPr sz="2000">
                <a:solidFill>
                  <a:schemeClr val="tx1"/>
                </a:solidFill>
                <a:latin typeface="Arial" pitchFamily="34" charset="0"/>
              </a:defRPr>
            </a:lvl8pPr>
            <a:lvl9pPr marL="3886200" indent="-228600" eaLnBrk="0" fontAlgn="base" hangingPunct="0">
              <a:spcBef>
                <a:spcPct val="20000"/>
              </a:spcBef>
              <a:spcAft>
                <a:spcPct val="0"/>
              </a:spcAft>
              <a:buChar char="»"/>
              <a:defRPr sz="2000">
                <a:solidFill>
                  <a:schemeClr val="tx1"/>
                </a:solidFill>
                <a:latin typeface="Arial" pitchFamily="34" charset="0"/>
              </a:defRPr>
            </a:lvl9pPr>
          </a:lstStyle>
          <a:p>
            <a:pPr algn="ctr" eaLnBrk="1" hangingPunct="1"/>
            <a:fld id="{AB3DFD19-2033-4882-A160-7B93495D6BF9}" type="slidenum">
              <a:rPr lang="en-US" altLang="en-US" sz="1200" smtClean="0">
                <a:solidFill>
                  <a:srgbClr val="002060"/>
                </a:solidFill>
              </a:rPr>
              <a:pPr algn="ctr" eaLnBrk="1" hangingPunct="1"/>
              <a:t>28</a:t>
            </a:fld>
            <a:endParaRPr lang="en-US" altLang="en-US" sz="1200">
              <a:solidFill>
                <a:srgbClr val="002060"/>
              </a:solidFill>
            </a:endParaRPr>
          </a:p>
        </p:txBody>
      </p:sp>
      <p:sp>
        <p:nvSpPr>
          <p:cNvPr id="6" name="Footer Placeholder 2"/>
          <p:cNvSpPr>
            <a:spLocks noGrp="1"/>
          </p:cNvSpPr>
          <p:nvPr>
            <p:ph type="ftr" sz="quarter" idx="4294967295"/>
          </p:nvPr>
        </p:nvSpPr>
        <p:spPr>
          <a:xfrm>
            <a:off x="0" y="6400800"/>
            <a:ext cx="8686800" cy="457200"/>
          </a:xfrm>
          <a:prstGeom prst="rect">
            <a:avLst/>
          </a:prstGeom>
          <a:noFill/>
        </p:spPr>
        <p:txBody>
          <a:bodyPr vert="horz" lIns="91440" tIns="45720" rIns="91440" bIns="45720" rtlCol="0" anchor="ctr"/>
          <a:lstStyle>
            <a:lvl1pPr algn="l">
              <a:buNone/>
              <a:defRPr sz="900">
                <a:solidFill>
                  <a:schemeClr val="tx1"/>
                </a:solidFill>
                <a:cs typeface="Arial" pitchFamily="34" charset="0"/>
              </a:defRPr>
            </a:lvl1pPr>
          </a:lstStyle>
          <a:p>
            <a:pPr fontAlgn="base">
              <a:spcAft>
                <a:spcPct val="0"/>
              </a:spcAft>
              <a:defRPr/>
            </a:pPr>
            <a:r>
              <a:rPr lang="en-US" dirty="0"/>
              <a:t>Mankiw, </a:t>
            </a:r>
            <a:r>
              <a:rPr lang="en-US" i="1" dirty="0"/>
              <a:t>Principles of Economics</a:t>
            </a:r>
            <a:r>
              <a:rPr lang="en-US" dirty="0"/>
              <a:t>, 11th Edition. © 2027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386513884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Title 1"/>
          <p:cNvSpPr>
            <a:spLocks noGrp="1"/>
          </p:cNvSpPr>
          <p:nvPr>
            <p:ph type="title"/>
          </p:nvPr>
        </p:nvSpPr>
        <p:spPr>
          <a:xfrm>
            <a:off x="277813" y="181100"/>
            <a:ext cx="8789987" cy="961900"/>
          </a:xfrm>
        </p:spPr>
        <p:txBody>
          <a:bodyPr wrap="square" anchor="t"/>
          <a:lstStyle/>
          <a:p>
            <a:pPr marL="0" indent="0" eaLnBrk="1" hangingPunct="1">
              <a:defRPr/>
            </a:pPr>
            <a:r>
              <a:rPr lang="en-US" sz="2800" dirty="0"/>
              <a:t>Principle 8: Country’s Standard of Living Depends on Its Ability to Produce Goods and Services – 1 </a:t>
            </a:r>
          </a:p>
        </p:txBody>
      </p:sp>
      <p:sp>
        <p:nvSpPr>
          <p:cNvPr id="39939" name="Content Placeholder 2"/>
          <p:cNvSpPr>
            <a:spLocks noGrp="1"/>
          </p:cNvSpPr>
          <p:nvPr>
            <p:ph idx="1"/>
          </p:nvPr>
        </p:nvSpPr>
        <p:spPr>
          <a:xfrm>
            <a:off x="277813" y="1165225"/>
            <a:ext cx="8789987" cy="5283200"/>
          </a:xfrm>
        </p:spPr>
        <p:txBody>
          <a:bodyPr/>
          <a:lstStyle/>
          <a:p>
            <a:pPr eaLnBrk="1" hangingPunct="1">
              <a:defRPr/>
            </a:pPr>
            <a:r>
              <a:rPr lang="en-US" dirty="0"/>
              <a:t>Huge variation in living standards across countries and over time</a:t>
            </a:r>
          </a:p>
          <a:p>
            <a:pPr lvl="1" eaLnBrk="1" hangingPunct="1">
              <a:defRPr/>
            </a:pPr>
            <a:r>
              <a:rPr lang="en-US" dirty="0"/>
              <a:t>2022 average income:</a:t>
            </a:r>
          </a:p>
          <a:p>
            <a:pPr lvl="2" eaLnBrk="1" hangingPunct="1">
              <a:defRPr/>
            </a:pPr>
            <a:r>
              <a:rPr lang="en-US" dirty="0"/>
              <a:t>$76,000 in the U.S.; $6,000 in Nigeria</a:t>
            </a:r>
          </a:p>
          <a:p>
            <a:pPr lvl="1" eaLnBrk="1" hangingPunct="1">
              <a:defRPr/>
            </a:pPr>
            <a:r>
              <a:rPr lang="en-US" dirty="0"/>
              <a:t>Average income in the U.S. </a:t>
            </a:r>
          </a:p>
          <a:p>
            <a:pPr lvl="2" eaLnBrk="1" hangingPunct="1">
              <a:defRPr/>
            </a:pPr>
            <a:r>
              <a:rPr lang="en-US" dirty="0"/>
              <a:t>Growth rate of 2 % per year</a:t>
            </a:r>
          </a:p>
          <a:p>
            <a:pPr lvl="2" eaLnBrk="1" hangingPunct="1">
              <a:defRPr/>
            </a:pPr>
            <a:r>
              <a:rPr lang="en-US" dirty="0"/>
              <a:t>Doubles every 35 years</a:t>
            </a:r>
          </a:p>
          <a:p>
            <a:pPr lvl="1" eaLnBrk="1" hangingPunct="1">
              <a:defRPr/>
            </a:pPr>
            <a:r>
              <a:rPr lang="en-US" dirty="0"/>
              <a:t>The U.S. standard of living today </a:t>
            </a:r>
          </a:p>
          <a:p>
            <a:pPr lvl="2" eaLnBrk="1" hangingPunct="1">
              <a:defRPr/>
            </a:pPr>
            <a:r>
              <a:rPr lang="en-US" dirty="0"/>
              <a:t>Is eight times greater than 100 years ago</a:t>
            </a:r>
          </a:p>
        </p:txBody>
      </p:sp>
      <p:sp>
        <p:nvSpPr>
          <p:cNvPr id="36869" name="Slide Number Placeholder 1"/>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Lst>
        </p:spPr>
        <p:txBody>
          <a:bodyPr/>
          <a:lstStyle>
            <a:lvl1pPr algn="l" eaLnBrk="0" hangingPunct="0">
              <a:defRPr sz="3400">
                <a:solidFill>
                  <a:srgbClr val="005EA4"/>
                </a:solidFill>
                <a:latin typeface="Arial" pitchFamily="34" charset="0"/>
              </a:defRPr>
            </a:lvl1pPr>
            <a:lvl2pPr marL="742950" indent="-285750" algn="l" eaLnBrk="0" hangingPunct="0">
              <a:buFont typeface="Arial" pitchFamily="34" charset="0"/>
              <a:buChar char="–"/>
              <a:defRPr sz="3200">
                <a:solidFill>
                  <a:schemeClr val="tx1"/>
                </a:solidFill>
                <a:latin typeface="Arial" pitchFamily="34" charset="0"/>
              </a:defRPr>
            </a:lvl2pPr>
            <a:lvl3pPr marL="1143000" indent="-228600" algn="l" eaLnBrk="0" hangingPunct="0">
              <a:buSzPct val="90000"/>
              <a:defRPr sz="2800">
                <a:solidFill>
                  <a:schemeClr val="tx1"/>
                </a:solidFill>
                <a:latin typeface="Arial" pitchFamily="34" charset="0"/>
              </a:defRPr>
            </a:lvl3pPr>
            <a:lvl4pPr marL="1600200" indent="-228600" algn="l" eaLnBrk="0" hangingPunct="0">
              <a:buChar char="–"/>
              <a:defRPr sz="2400">
                <a:solidFill>
                  <a:schemeClr val="tx1"/>
                </a:solidFill>
                <a:latin typeface="Arial" pitchFamily="34" charset="0"/>
              </a:defRPr>
            </a:lvl4pPr>
            <a:lvl5pPr marL="2057400" indent="-228600" algn="l" eaLnBrk="0" hangingPunct="0">
              <a:buChar char="»"/>
              <a:defRPr sz="2000">
                <a:solidFill>
                  <a:schemeClr val="tx1"/>
                </a:solidFill>
                <a:latin typeface="Arial" pitchFamily="34" charset="0"/>
              </a:defRPr>
            </a:lvl5pPr>
            <a:lvl6pPr marL="2514600" indent="-228600" eaLnBrk="0" fontAlgn="base" hangingPunct="0">
              <a:spcBef>
                <a:spcPct val="20000"/>
              </a:spcBef>
              <a:spcAft>
                <a:spcPct val="0"/>
              </a:spcAft>
              <a:buChar char="»"/>
              <a:defRPr sz="2000">
                <a:solidFill>
                  <a:schemeClr val="tx1"/>
                </a:solidFill>
                <a:latin typeface="Arial" pitchFamily="34" charset="0"/>
              </a:defRPr>
            </a:lvl6pPr>
            <a:lvl7pPr marL="2971800" indent="-228600" eaLnBrk="0" fontAlgn="base" hangingPunct="0">
              <a:spcBef>
                <a:spcPct val="20000"/>
              </a:spcBef>
              <a:spcAft>
                <a:spcPct val="0"/>
              </a:spcAft>
              <a:buChar char="»"/>
              <a:defRPr sz="2000">
                <a:solidFill>
                  <a:schemeClr val="tx1"/>
                </a:solidFill>
                <a:latin typeface="Arial" pitchFamily="34" charset="0"/>
              </a:defRPr>
            </a:lvl7pPr>
            <a:lvl8pPr marL="3429000" indent="-228600" eaLnBrk="0" fontAlgn="base" hangingPunct="0">
              <a:spcBef>
                <a:spcPct val="20000"/>
              </a:spcBef>
              <a:spcAft>
                <a:spcPct val="0"/>
              </a:spcAft>
              <a:buChar char="»"/>
              <a:defRPr sz="2000">
                <a:solidFill>
                  <a:schemeClr val="tx1"/>
                </a:solidFill>
                <a:latin typeface="Arial" pitchFamily="34" charset="0"/>
              </a:defRPr>
            </a:lvl8pPr>
            <a:lvl9pPr marL="3886200" indent="-228600" eaLnBrk="0" fontAlgn="base" hangingPunct="0">
              <a:spcBef>
                <a:spcPct val="20000"/>
              </a:spcBef>
              <a:spcAft>
                <a:spcPct val="0"/>
              </a:spcAft>
              <a:buChar char="»"/>
              <a:defRPr sz="2000">
                <a:solidFill>
                  <a:schemeClr val="tx1"/>
                </a:solidFill>
                <a:latin typeface="Arial" pitchFamily="34" charset="0"/>
              </a:defRPr>
            </a:lvl9pPr>
          </a:lstStyle>
          <a:p>
            <a:pPr algn="ctr" eaLnBrk="1" hangingPunct="1"/>
            <a:fld id="{49134E82-3BF5-4ACD-8348-1AB1F21496DF}" type="slidenum">
              <a:rPr lang="en-US" altLang="en-US" sz="1200" smtClean="0">
                <a:solidFill>
                  <a:srgbClr val="002060"/>
                </a:solidFill>
              </a:rPr>
              <a:pPr algn="ctr" eaLnBrk="1" hangingPunct="1"/>
              <a:t>29</a:t>
            </a:fld>
            <a:endParaRPr lang="en-US" altLang="en-US" sz="1200">
              <a:solidFill>
                <a:srgbClr val="002060"/>
              </a:solidFill>
            </a:endParaRPr>
          </a:p>
        </p:txBody>
      </p:sp>
      <p:sp>
        <p:nvSpPr>
          <p:cNvPr id="6" name="Footer Placeholder 2"/>
          <p:cNvSpPr>
            <a:spLocks noGrp="1"/>
          </p:cNvSpPr>
          <p:nvPr>
            <p:ph type="ftr" sz="quarter" idx="4294967295"/>
          </p:nvPr>
        </p:nvSpPr>
        <p:spPr>
          <a:xfrm>
            <a:off x="0" y="6400800"/>
            <a:ext cx="8686800" cy="457200"/>
          </a:xfrm>
          <a:prstGeom prst="rect">
            <a:avLst/>
          </a:prstGeom>
          <a:noFill/>
        </p:spPr>
        <p:txBody>
          <a:bodyPr vert="horz" lIns="91440" tIns="45720" rIns="91440" bIns="45720" rtlCol="0" anchor="ctr"/>
          <a:lstStyle>
            <a:lvl1pPr algn="l">
              <a:buNone/>
              <a:defRPr sz="900">
                <a:solidFill>
                  <a:schemeClr val="tx1"/>
                </a:solidFill>
                <a:cs typeface="Arial" pitchFamily="34" charset="0"/>
              </a:defRPr>
            </a:lvl1pPr>
          </a:lstStyle>
          <a:p>
            <a:pPr fontAlgn="base">
              <a:spcAft>
                <a:spcPct val="0"/>
              </a:spcAft>
              <a:defRPr/>
            </a:pPr>
            <a:r>
              <a:rPr lang="en-US" dirty="0"/>
              <a:t>Mankiw, </a:t>
            </a:r>
            <a:r>
              <a:rPr lang="en-US" i="1" dirty="0"/>
              <a:t>Principles of Economics</a:t>
            </a:r>
            <a:r>
              <a:rPr lang="en-US" dirty="0"/>
              <a:t>, 11th Edition. © 2027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324068511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Title 1"/>
          <p:cNvSpPr>
            <a:spLocks noGrp="1"/>
          </p:cNvSpPr>
          <p:nvPr>
            <p:ph type="title"/>
          </p:nvPr>
        </p:nvSpPr>
        <p:spPr>
          <a:xfrm>
            <a:off x="277812" y="152400"/>
            <a:ext cx="8789988" cy="961900"/>
          </a:xfrm>
        </p:spPr>
        <p:txBody>
          <a:bodyPr wrap="square" anchor="t"/>
          <a:lstStyle/>
          <a:p>
            <a:pPr marL="0" indent="0" eaLnBrk="1" hangingPunct="1">
              <a:defRPr/>
            </a:pPr>
            <a:r>
              <a:rPr lang="en-US" sz="2800" dirty="0"/>
              <a:t>Principle 8: Country’s Standard of Living Depends on Its Ability to Produce Goods and Services – 2 </a:t>
            </a:r>
          </a:p>
        </p:txBody>
      </p:sp>
      <p:sp>
        <p:nvSpPr>
          <p:cNvPr id="39939" name="Content Placeholder 2"/>
          <p:cNvSpPr>
            <a:spLocks noGrp="1"/>
          </p:cNvSpPr>
          <p:nvPr>
            <p:ph idx="1"/>
          </p:nvPr>
        </p:nvSpPr>
        <p:spPr>
          <a:xfrm>
            <a:off x="277813" y="1295399"/>
            <a:ext cx="8588375" cy="5153025"/>
          </a:xfrm>
        </p:spPr>
        <p:txBody>
          <a:bodyPr/>
          <a:lstStyle/>
          <a:p>
            <a:pPr eaLnBrk="1" hangingPunct="1"/>
            <a:r>
              <a:rPr lang="en-US" altLang="en-US" dirty="0"/>
              <a:t>Productivity: most important determinant of living standards</a:t>
            </a:r>
          </a:p>
          <a:p>
            <a:pPr lvl="1" eaLnBrk="1" hangingPunct="1"/>
            <a:r>
              <a:rPr lang="en-US" altLang="en-US" dirty="0"/>
              <a:t>Quantity of goods and services produced from each unit of labor input</a:t>
            </a:r>
          </a:p>
          <a:p>
            <a:pPr lvl="1" eaLnBrk="1" hangingPunct="1"/>
            <a:r>
              <a:rPr lang="en-US" altLang="en-US" dirty="0"/>
              <a:t>Depends on the equipment, skills, and technology available to workers</a:t>
            </a:r>
          </a:p>
          <a:p>
            <a:pPr lvl="2" eaLnBrk="1" hangingPunct="1"/>
            <a:r>
              <a:rPr lang="en-US" altLang="en-US" dirty="0"/>
              <a:t>Other factors (e.g., labor unions, competition from abroad) have far less impact on living standards.</a:t>
            </a:r>
          </a:p>
          <a:p>
            <a:pPr lvl="1" eaLnBrk="1" hangingPunct="1"/>
            <a:endParaRPr lang="en-US" altLang="en-US" dirty="0"/>
          </a:p>
        </p:txBody>
      </p:sp>
      <p:sp>
        <p:nvSpPr>
          <p:cNvPr id="36869" name="Slide Number Placeholder 1"/>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Lst>
        </p:spPr>
        <p:txBody>
          <a:bodyPr/>
          <a:lstStyle>
            <a:lvl1pPr algn="l" eaLnBrk="0" hangingPunct="0">
              <a:defRPr sz="3400">
                <a:solidFill>
                  <a:srgbClr val="005EA4"/>
                </a:solidFill>
                <a:latin typeface="Arial" pitchFamily="34" charset="0"/>
              </a:defRPr>
            </a:lvl1pPr>
            <a:lvl2pPr marL="742950" indent="-285750" algn="l" eaLnBrk="0" hangingPunct="0">
              <a:buFont typeface="Arial" pitchFamily="34" charset="0"/>
              <a:buChar char="–"/>
              <a:defRPr sz="3200">
                <a:solidFill>
                  <a:schemeClr val="tx1"/>
                </a:solidFill>
                <a:latin typeface="Arial" pitchFamily="34" charset="0"/>
              </a:defRPr>
            </a:lvl2pPr>
            <a:lvl3pPr marL="1143000" indent="-228600" algn="l" eaLnBrk="0" hangingPunct="0">
              <a:buSzPct val="90000"/>
              <a:defRPr sz="2800">
                <a:solidFill>
                  <a:schemeClr val="tx1"/>
                </a:solidFill>
                <a:latin typeface="Arial" pitchFamily="34" charset="0"/>
              </a:defRPr>
            </a:lvl3pPr>
            <a:lvl4pPr marL="1600200" indent="-228600" algn="l" eaLnBrk="0" hangingPunct="0">
              <a:buChar char="–"/>
              <a:defRPr sz="2400">
                <a:solidFill>
                  <a:schemeClr val="tx1"/>
                </a:solidFill>
                <a:latin typeface="Arial" pitchFamily="34" charset="0"/>
              </a:defRPr>
            </a:lvl4pPr>
            <a:lvl5pPr marL="2057400" indent="-228600" algn="l" eaLnBrk="0" hangingPunct="0">
              <a:buChar char="»"/>
              <a:defRPr sz="2000">
                <a:solidFill>
                  <a:schemeClr val="tx1"/>
                </a:solidFill>
                <a:latin typeface="Arial" pitchFamily="34" charset="0"/>
              </a:defRPr>
            </a:lvl5pPr>
            <a:lvl6pPr marL="2514600" indent="-228600" eaLnBrk="0" fontAlgn="base" hangingPunct="0">
              <a:spcBef>
                <a:spcPct val="20000"/>
              </a:spcBef>
              <a:spcAft>
                <a:spcPct val="0"/>
              </a:spcAft>
              <a:buChar char="»"/>
              <a:defRPr sz="2000">
                <a:solidFill>
                  <a:schemeClr val="tx1"/>
                </a:solidFill>
                <a:latin typeface="Arial" pitchFamily="34" charset="0"/>
              </a:defRPr>
            </a:lvl6pPr>
            <a:lvl7pPr marL="2971800" indent="-228600" eaLnBrk="0" fontAlgn="base" hangingPunct="0">
              <a:spcBef>
                <a:spcPct val="20000"/>
              </a:spcBef>
              <a:spcAft>
                <a:spcPct val="0"/>
              </a:spcAft>
              <a:buChar char="»"/>
              <a:defRPr sz="2000">
                <a:solidFill>
                  <a:schemeClr val="tx1"/>
                </a:solidFill>
                <a:latin typeface="Arial" pitchFamily="34" charset="0"/>
              </a:defRPr>
            </a:lvl7pPr>
            <a:lvl8pPr marL="3429000" indent="-228600" eaLnBrk="0" fontAlgn="base" hangingPunct="0">
              <a:spcBef>
                <a:spcPct val="20000"/>
              </a:spcBef>
              <a:spcAft>
                <a:spcPct val="0"/>
              </a:spcAft>
              <a:buChar char="»"/>
              <a:defRPr sz="2000">
                <a:solidFill>
                  <a:schemeClr val="tx1"/>
                </a:solidFill>
                <a:latin typeface="Arial" pitchFamily="34" charset="0"/>
              </a:defRPr>
            </a:lvl8pPr>
            <a:lvl9pPr marL="3886200" indent="-228600" eaLnBrk="0" fontAlgn="base" hangingPunct="0">
              <a:spcBef>
                <a:spcPct val="20000"/>
              </a:spcBef>
              <a:spcAft>
                <a:spcPct val="0"/>
              </a:spcAft>
              <a:buChar char="»"/>
              <a:defRPr sz="2000">
                <a:solidFill>
                  <a:schemeClr val="tx1"/>
                </a:solidFill>
                <a:latin typeface="Arial" pitchFamily="34" charset="0"/>
              </a:defRPr>
            </a:lvl9pPr>
          </a:lstStyle>
          <a:p>
            <a:pPr algn="ctr" eaLnBrk="1" hangingPunct="1"/>
            <a:fld id="{49134E82-3BF5-4ACD-8348-1AB1F21496DF}" type="slidenum">
              <a:rPr lang="en-US" altLang="en-US" sz="1200" smtClean="0">
                <a:solidFill>
                  <a:srgbClr val="002060"/>
                </a:solidFill>
              </a:rPr>
              <a:pPr algn="ctr" eaLnBrk="1" hangingPunct="1"/>
              <a:t>30</a:t>
            </a:fld>
            <a:endParaRPr lang="en-US" altLang="en-US" sz="1200">
              <a:solidFill>
                <a:srgbClr val="002060"/>
              </a:solidFill>
            </a:endParaRPr>
          </a:p>
        </p:txBody>
      </p:sp>
      <p:sp>
        <p:nvSpPr>
          <p:cNvPr id="6" name="Footer Placeholder 2"/>
          <p:cNvSpPr>
            <a:spLocks noGrp="1"/>
          </p:cNvSpPr>
          <p:nvPr>
            <p:ph type="ftr" sz="quarter" idx="4294967295"/>
          </p:nvPr>
        </p:nvSpPr>
        <p:spPr>
          <a:xfrm>
            <a:off x="0" y="6400800"/>
            <a:ext cx="8686800" cy="457200"/>
          </a:xfrm>
          <a:prstGeom prst="rect">
            <a:avLst/>
          </a:prstGeom>
          <a:noFill/>
        </p:spPr>
        <p:txBody>
          <a:bodyPr vert="horz" lIns="91440" tIns="45720" rIns="91440" bIns="45720" rtlCol="0" anchor="ctr"/>
          <a:lstStyle>
            <a:lvl1pPr algn="l">
              <a:buNone/>
              <a:defRPr sz="900">
                <a:solidFill>
                  <a:schemeClr val="tx1"/>
                </a:solidFill>
                <a:cs typeface="Arial" pitchFamily="34" charset="0"/>
              </a:defRPr>
            </a:lvl1pPr>
          </a:lstStyle>
          <a:p>
            <a:pPr fontAlgn="base">
              <a:spcAft>
                <a:spcPct val="0"/>
              </a:spcAft>
              <a:defRPr/>
            </a:pPr>
            <a:r>
              <a:rPr lang="en-US" dirty="0"/>
              <a:t>Mankiw, </a:t>
            </a:r>
            <a:r>
              <a:rPr lang="en-US" i="1" dirty="0"/>
              <a:t>Principles of Economics</a:t>
            </a:r>
            <a:r>
              <a:rPr lang="en-US" dirty="0"/>
              <a:t>, 11th Edition. © 2027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27259803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Title 1"/>
          <p:cNvSpPr>
            <a:spLocks noGrp="1"/>
          </p:cNvSpPr>
          <p:nvPr>
            <p:ph type="title"/>
          </p:nvPr>
        </p:nvSpPr>
        <p:spPr>
          <a:xfrm>
            <a:off x="0" y="152400"/>
            <a:ext cx="9143999" cy="1143000"/>
          </a:xfrm>
        </p:spPr>
        <p:txBody>
          <a:bodyPr wrap="square" anchor="t"/>
          <a:lstStyle/>
          <a:p>
            <a:pPr marL="0" indent="0" eaLnBrk="1" hangingPunct="1">
              <a:defRPr/>
            </a:pPr>
            <a:r>
              <a:rPr lang="en-US" sz="3200" dirty="0"/>
              <a:t>Principle 9: Prices Rise When the Government Prints Too Much Money – 1 </a:t>
            </a:r>
          </a:p>
        </p:txBody>
      </p:sp>
      <p:sp>
        <p:nvSpPr>
          <p:cNvPr id="41987" name="Content Placeholder 2"/>
          <p:cNvSpPr>
            <a:spLocks noGrp="1"/>
          </p:cNvSpPr>
          <p:nvPr>
            <p:ph idx="1"/>
          </p:nvPr>
        </p:nvSpPr>
        <p:spPr>
          <a:xfrm>
            <a:off x="152400" y="1295400"/>
            <a:ext cx="6477000" cy="5153025"/>
          </a:xfrm>
        </p:spPr>
        <p:txBody>
          <a:bodyPr/>
          <a:lstStyle/>
          <a:p>
            <a:pPr eaLnBrk="1" hangingPunct="1">
              <a:defRPr/>
            </a:pPr>
            <a:r>
              <a:rPr lang="en-US" dirty="0"/>
              <a:t>Inflation</a:t>
            </a:r>
          </a:p>
          <a:p>
            <a:pPr lvl="1" eaLnBrk="1" hangingPunct="1">
              <a:defRPr/>
            </a:pPr>
            <a:r>
              <a:rPr lang="en-US" sz="3100" dirty="0"/>
              <a:t>An increase in the overall level of prices in the economy</a:t>
            </a:r>
          </a:p>
          <a:p>
            <a:pPr eaLnBrk="1" hangingPunct="1">
              <a:defRPr/>
            </a:pPr>
            <a:r>
              <a:rPr lang="en-US" sz="3300" dirty="0"/>
              <a:t>High inflation </a:t>
            </a:r>
          </a:p>
          <a:p>
            <a:pPr lvl="1" eaLnBrk="1" hangingPunct="1">
              <a:defRPr/>
            </a:pPr>
            <a:r>
              <a:rPr lang="en-US" sz="3100" dirty="0"/>
              <a:t>Imposes various costs on society</a:t>
            </a:r>
          </a:p>
          <a:p>
            <a:pPr eaLnBrk="1" hangingPunct="1">
              <a:defRPr/>
            </a:pPr>
            <a:r>
              <a:rPr lang="en-US" sz="3300" dirty="0"/>
              <a:t>Goal of economic policymakers:</a:t>
            </a:r>
          </a:p>
          <a:p>
            <a:pPr lvl="1" eaLnBrk="1" hangingPunct="1">
              <a:defRPr/>
            </a:pPr>
            <a:r>
              <a:rPr lang="en-US" sz="3100" dirty="0"/>
              <a:t>Keep inflation at a </a:t>
            </a:r>
            <a:r>
              <a:rPr lang="en-US" sz="3300" dirty="0"/>
              <a:t>reasonable rate</a:t>
            </a:r>
          </a:p>
        </p:txBody>
      </p:sp>
      <p:sp>
        <p:nvSpPr>
          <p:cNvPr id="38917" name="Slide Number Placeholder 1"/>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Lst>
        </p:spPr>
        <p:txBody>
          <a:bodyPr/>
          <a:lstStyle>
            <a:lvl1pPr algn="l" eaLnBrk="0" hangingPunct="0">
              <a:defRPr sz="3400">
                <a:solidFill>
                  <a:srgbClr val="005EA4"/>
                </a:solidFill>
                <a:latin typeface="Arial" pitchFamily="34" charset="0"/>
              </a:defRPr>
            </a:lvl1pPr>
            <a:lvl2pPr marL="742950" indent="-285750" algn="l" eaLnBrk="0" hangingPunct="0">
              <a:buFont typeface="Arial" pitchFamily="34" charset="0"/>
              <a:buChar char="–"/>
              <a:defRPr sz="3200">
                <a:solidFill>
                  <a:schemeClr val="tx1"/>
                </a:solidFill>
                <a:latin typeface="Arial" pitchFamily="34" charset="0"/>
              </a:defRPr>
            </a:lvl2pPr>
            <a:lvl3pPr marL="1143000" indent="-228600" algn="l" eaLnBrk="0" hangingPunct="0">
              <a:buSzPct val="90000"/>
              <a:defRPr sz="2800">
                <a:solidFill>
                  <a:schemeClr val="tx1"/>
                </a:solidFill>
                <a:latin typeface="Arial" pitchFamily="34" charset="0"/>
              </a:defRPr>
            </a:lvl3pPr>
            <a:lvl4pPr marL="1600200" indent="-228600" algn="l" eaLnBrk="0" hangingPunct="0">
              <a:buChar char="–"/>
              <a:defRPr sz="2400">
                <a:solidFill>
                  <a:schemeClr val="tx1"/>
                </a:solidFill>
                <a:latin typeface="Arial" pitchFamily="34" charset="0"/>
              </a:defRPr>
            </a:lvl4pPr>
            <a:lvl5pPr marL="2057400" indent="-228600" algn="l" eaLnBrk="0" hangingPunct="0">
              <a:buChar char="»"/>
              <a:defRPr sz="2000">
                <a:solidFill>
                  <a:schemeClr val="tx1"/>
                </a:solidFill>
                <a:latin typeface="Arial" pitchFamily="34" charset="0"/>
              </a:defRPr>
            </a:lvl5pPr>
            <a:lvl6pPr marL="2514600" indent="-228600" eaLnBrk="0" fontAlgn="base" hangingPunct="0">
              <a:spcBef>
                <a:spcPct val="20000"/>
              </a:spcBef>
              <a:spcAft>
                <a:spcPct val="0"/>
              </a:spcAft>
              <a:buChar char="»"/>
              <a:defRPr sz="2000">
                <a:solidFill>
                  <a:schemeClr val="tx1"/>
                </a:solidFill>
                <a:latin typeface="Arial" pitchFamily="34" charset="0"/>
              </a:defRPr>
            </a:lvl6pPr>
            <a:lvl7pPr marL="2971800" indent="-228600" eaLnBrk="0" fontAlgn="base" hangingPunct="0">
              <a:spcBef>
                <a:spcPct val="20000"/>
              </a:spcBef>
              <a:spcAft>
                <a:spcPct val="0"/>
              </a:spcAft>
              <a:buChar char="»"/>
              <a:defRPr sz="2000">
                <a:solidFill>
                  <a:schemeClr val="tx1"/>
                </a:solidFill>
                <a:latin typeface="Arial" pitchFamily="34" charset="0"/>
              </a:defRPr>
            </a:lvl7pPr>
            <a:lvl8pPr marL="3429000" indent="-228600" eaLnBrk="0" fontAlgn="base" hangingPunct="0">
              <a:spcBef>
                <a:spcPct val="20000"/>
              </a:spcBef>
              <a:spcAft>
                <a:spcPct val="0"/>
              </a:spcAft>
              <a:buChar char="»"/>
              <a:defRPr sz="2000">
                <a:solidFill>
                  <a:schemeClr val="tx1"/>
                </a:solidFill>
                <a:latin typeface="Arial" pitchFamily="34" charset="0"/>
              </a:defRPr>
            </a:lvl8pPr>
            <a:lvl9pPr marL="3886200" indent="-228600" eaLnBrk="0" fontAlgn="base" hangingPunct="0">
              <a:spcBef>
                <a:spcPct val="20000"/>
              </a:spcBef>
              <a:spcAft>
                <a:spcPct val="0"/>
              </a:spcAft>
              <a:buChar char="»"/>
              <a:defRPr sz="2000">
                <a:solidFill>
                  <a:schemeClr val="tx1"/>
                </a:solidFill>
                <a:latin typeface="Arial" pitchFamily="34" charset="0"/>
              </a:defRPr>
            </a:lvl9pPr>
          </a:lstStyle>
          <a:p>
            <a:pPr algn="ctr" eaLnBrk="1" hangingPunct="1"/>
            <a:fld id="{BC1BFF9D-4DA3-457D-B686-983D6D4EC17B}" type="slidenum">
              <a:rPr lang="en-US" altLang="en-US" sz="1200" smtClean="0">
                <a:solidFill>
                  <a:srgbClr val="002060"/>
                </a:solidFill>
              </a:rPr>
              <a:pPr algn="ctr" eaLnBrk="1" hangingPunct="1"/>
              <a:t>31</a:t>
            </a:fld>
            <a:endParaRPr lang="en-US" altLang="en-US" sz="1200">
              <a:solidFill>
                <a:srgbClr val="002060"/>
              </a:solidFill>
            </a:endParaRPr>
          </a:p>
        </p:txBody>
      </p:sp>
      <p:sp>
        <p:nvSpPr>
          <p:cNvPr id="6" name="Footer Placeholder 2"/>
          <p:cNvSpPr>
            <a:spLocks noGrp="1"/>
          </p:cNvSpPr>
          <p:nvPr>
            <p:ph type="ftr" sz="quarter" idx="11"/>
          </p:nvPr>
        </p:nvSpPr>
        <p:spPr>
          <a:prstGeom prst="rect">
            <a:avLst/>
          </a:prstGeom>
          <a:noFill/>
        </p:spPr>
        <p:txBody>
          <a:bodyPr vert="horz" lIns="91440" tIns="45720" rIns="91440" bIns="45720" rtlCol="0" anchor="ctr"/>
          <a:lstStyle>
            <a:lvl1pPr algn="l">
              <a:buNone/>
              <a:defRPr sz="900">
                <a:solidFill>
                  <a:schemeClr val="tx1"/>
                </a:solidFill>
                <a:cs typeface="Arial" pitchFamily="34" charset="0"/>
              </a:defRPr>
            </a:lvl1pPr>
          </a:lstStyle>
          <a:p>
            <a:pPr fontAlgn="base">
              <a:spcAft>
                <a:spcPct val="0"/>
              </a:spcAft>
              <a:defRPr/>
            </a:pPr>
            <a:r>
              <a:rPr lang="en-US" dirty="0"/>
              <a:t>Mankiw, </a:t>
            </a:r>
            <a:r>
              <a:rPr lang="en-US" i="1" dirty="0"/>
              <a:t>Principles of Economics</a:t>
            </a:r>
            <a:r>
              <a:rPr lang="en-US" dirty="0"/>
              <a:t>, 11th Edition. © 2027 Cengage. All Rights Reserved. May not be scanned, copied or duplicated, or posted to a publicly accessible website, in whole or in part.</a:t>
            </a:r>
          </a:p>
        </p:txBody>
      </p:sp>
      <p:sp>
        <p:nvSpPr>
          <p:cNvPr id="2" name="Text Placeholder 1">
            <a:extLst>
              <a:ext uri="{FF2B5EF4-FFF2-40B4-BE49-F238E27FC236}">
                <a16:creationId xmlns:a16="http://schemas.microsoft.com/office/drawing/2014/main" id="{002CD438-8FA8-B508-E825-3E83DC2AFE5A}"/>
              </a:ext>
            </a:extLst>
          </p:cNvPr>
          <p:cNvSpPr>
            <a:spLocks noGrp="1"/>
          </p:cNvSpPr>
          <p:nvPr>
            <p:ph type="body" sz="quarter" idx="12"/>
          </p:nvPr>
        </p:nvSpPr>
        <p:spPr>
          <a:xfrm>
            <a:off x="6629400" y="3581400"/>
            <a:ext cx="2514600" cy="1600200"/>
          </a:xfrm>
        </p:spPr>
        <p:txBody>
          <a:bodyPr/>
          <a:lstStyle/>
          <a:p>
            <a:r>
              <a:rPr lang="en-US" dirty="0"/>
              <a:t>“Well it may have been 68 cents when you got in line, but it’s 74 cents now!”</a:t>
            </a:r>
          </a:p>
        </p:txBody>
      </p:sp>
      <p:pic>
        <p:nvPicPr>
          <p:cNvPr id="4" name="Picture 3" descr="The cartoon shows a cashier at a supermarket checkout counter telling a customer with a cart, Well, it may have been 68 cents when you got in line, but it’s 74 cents now!">
            <a:extLst>
              <a:ext uri="{FF2B5EF4-FFF2-40B4-BE49-F238E27FC236}">
                <a16:creationId xmlns:a16="http://schemas.microsoft.com/office/drawing/2014/main" id="{5107231F-24C3-86AF-4D75-B50CD5FDA154}"/>
              </a:ext>
            </a:extLst>
          </p:cNvPr>
          <p:cNvPicPr>
            <a:picLocks noChangeAspect="1"/>
          </p:cNvPicPr>
          <p:nvPr/>
        </p:nvPicPr>
        <p:blipFill>
          <a:blip r:embed="rId3"/>
          <a:stretch>
            <a:fillRect/>
          </a:stretch>
        </p:blipFill>
        <p:spPr>
          <a:xfrm>
            <a:off x="6464678" y="1185041"/>
            <a:ext cx="2623382" cy="2396359"/>
          </a:xfrm>
          <a:prstGeom prst="rect">
            <a:avLst/>
          </a:prstGeom>
        </p:spPr>
      </p:pic>
    </p:spTree>
    <p:extLst>
      <p:ext uri="{BB962C8B-B14F-4D97-AF65-F5344CB8AC3E}">
        <p14:creationId xmlns:p14="http://schemas.microsoft.com/office/powerpoint/2010/main" val="284458368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Title 1"/>
          <p:cNvSpPr>
            <a:spLocks noGrp="1"/>
          </p:cNvSpPr>
          <p:nvPr>
            <p:ph type="title"/>
          </p:nvPr>
        </p:nvSpPr>
        <p:spPr>
          <a:xfrm>
            <a:off x="0" y="152400"/>
            <a:ext cx="9143999" cy="961900"/>
          </a:xfrm>
        </p:spPr>
        <p:txBody>
          <a:bodyPr wrap="square" anchor="t"/>
          <a:lstStyle/>
          <a:p>
            <a:pPr marL="0" indent="0" eaLnBrk="1" hangingPunct="1">
              <a:defRPr/>
            </a:pPr>
            <a:r>
              <a:rPr lang="en-US" sz="3200" dirty="0"/>
              <a:t>Principle 9: Prices Rise When the Government Prints Too Much Money – 2 </a:t>
            </a:r>
          </a:p>
        </p:txBody>
      </p:sp>
      <p:sp>
        <p:nvSpPr>
          <p:cNvPr id="41987" name="Content Placeholder 2"/>
          <p:cNvSpPr>
            <a:spLocks noGrp="1"/>
          </p:cNvSpPr>
          <p:nvPr>
            <p:ph idx="1"/>
          </p:nvPr>
        </p:nvSpPr>
        <p:spPr>
          <a:xfrm>
            <a:off x="277813" y="1371600"/>
            <a:ext cx="8588375" cy="5076824"/>
          </a:xfrm>
        </p:spPr>
        <p:txBody>
          <a:bodyPr/>
          <a:lstStyle/>
          <a:p>
            <a:pPr eaLnBrk="1" hangingPunct="1">
              <a:defRPr/>
            </a:pPr>
            <a:r>
              <a:rPr lang="en-US" dirty="0"/>
              <a:t>In the long run</a:t>
            </a:r>
          </a:p>
          <a:p>
            <a:pPr lvl="1" eaLnBrk="1" hangingPunct="1">
              <a:defRPr/>
            </a:pPr>
            <a:r>
              <a:rPr lang="en-US" dirty="0"/>
              <a:t>Inflation is almost always caused by excessive growth in the quantity of money, which causes the value of money to fall </a:t>
            </a:r>
          </a:p>
          <a:p>
            <a:pPr lvl="1" eaLnBrk="1" hangingPunct="1">
              <a:defRPr/>
            </a:pPr>
            <a:r>
              <a:rPr lang="en-US" dirty="0"/>
              <a:t>The faster the government creates money, </a:t>
            </a:r>
            <a:br>
              <a:rPr lang="en-US" dirty="0"/>
            </a:br>
            <a:r>
              <a:rPr lang="en-US" dirty="0"/>
              <a:t>the greater the inflation rate</a:t>
            </a:r>
          </a:p>
        </p:txBody>
      </p:sp>
      <p:sp>
        <p:nvSpPr>
          <p:cNvPr id="38917" name="Slide Number Placeholder 1"/>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Lst>
        </p:spPr>
        <p:txBody>
          <a:bodyPr/>
          <a:lstStyle>
            <a:lvl1pPr algn="l" eaLnBrk="0" hangingPunct="0">
              <a:defRPr sz="3400">
                <a:solidFill>
                  <a:srgbClr val="005EA4"/>
                </a:solidFill>
                <a:latin typeface="Arial" pitchFamily="34" charset="0"/>
              </a:defRPr>
            </a:lvl1pPr>
            <a:lvl2pPr marL="742950" indent="-285750" algn="l" eaLnBrk="0" hangingPunct="0">
              <a:buFont typeface="Arial" pitchFamily="34" charset="0"/>
              <a:buChar char="–"/>
              <a:defRPr sz="3200">
                <a:solidFill>
                  <a:schemeClr val="tx1"/>
                </a:solidFill>
                <a:latin typeface="Arial" pitchFamily="34" charset="0"/>
              </a:defRPr>
            </a:lvl2pPr>
            <a:lvl3pPr marL="1143000" indent="-228600" algn="l" eaLnBrk="0" hangingPunct="0">
              <a:buSzPct val="90000"/>
              <a:defRPr sz="2800">
                <a:solidFill>
                  <a:schemeClr val="tx1"/>
                </a:solidFill>
                <a:latin typeface="Arial" pitchFamily="34" charset="0"/>
              </a:defRPr>
            </a:lvl3pPr>
            <a:lvl4pPr marL="1600200" indent="-228600" algn="l" eaLnBrk="0" hangingPunct="0">
              <a:buChar char="–"/>
              <a:defRPr sz="2400">
                <a:solidFill>
                  <a:schemeClr val="tx1"/>
                </a:solidFill>
                <a:latin typeface="Arial" pitchFamily="34" charset="0"/>
              </a:defRPr>
            </a:lvl4pPr>
            <a:lvl5pPr marL="2057400" indent="-228600" algn="l" eaLnBrk="0" hangingPunct="0">
              <a:buChar char="»"/>
              <a:defRPr sz="2000">
                <a:solidFill>
                  <a:schemeClr val="tx1"/>
                </a:solidFill>
                <a:latin typeface="Arial" pitchFamily="34" charset="0"/>
              </a:defRPr>
            </a:lvl5pPr>
            <a:lvl6pPr marL="2514600" indent="-228600" eaLnBrk="0" fontAlgn="base" hangingPunct="0">
              <a:spcBef>
                <a:spcPct val="20000"/>
              </a:spcBef>
              <a:spcAft>
                <a:spcPct val="0"/>
              </a:spcAft>
              <a:buChar char="»"/>
              <a:defRPr sz="2000">
                <a:solidFill>
                  <a:schemeClr val="tx1"/>
                </a:solidFill>
                <a:latin typeface="Arial" pitchFamily="34" charset="0"/>
              </a:defRPr>
            </a:lvl6pPr>
            <a:lvl7pPr marL="2971800" indent="-228600" eaLnBrk="0" fontAlgn="base" hangingPunct="0">
              <a:spcBef>
                <a:spcPct val="20000"/>
              </a:spcBef>
              <a:spcAft>
                <a:spcPct val="0"/>
              </a:spcAft>
              <a:buChar char="»"/>
              <a:defRPr sz="2000">
                <a:solidFill>
                  <a:schemeClr val="tx1"/>
                </a:solidFill>
                <a:latin typeface="Arial" pitchFamily="34" charset="0"/>
              </a:defRPr>
            </a:lvl7pPr>
            <a:lvl8pPr marL="3429000" indent="-228600" eaLnBrk="0" fontAlgn="base" hangingPunct="0">
              <a:spcBef>
                <a:spcPct val="20000"/>
              </a:spcBef>
              <a:spcAft>
                <a:spcPct val="0"/>
              </a:spcAft>
              <a:buChar char="»"/>
              <a:defRPr sz="2000">
                <a:solidFill>
                  <a:schemeClr val="tx1"/>
                </a:solidFill>
                <a:latin typeface="Arial" pitchFamily="34" charset="0"/>
              </a:defRPr>
            </a:lvl8pPr>
            <a:lvl9pPr marL="3886200" indent="-228600" eaLnBrk="0" fontAlgn="base" hangingPunct="0">
              <a:spcBef>
                <a:spcPct val="20000"/>
              </a:spcBef>
              <a:spcAft>
                <a:spcPct val="0"/>
              </a:spcAft>
              <a:buChar char="»"/>
              <a:defRPr sz="2000">
                <a:solidFill>
                  <a:schemeClr val="tx1"/>
                </a:solidFill>
                <a:latin typeface="Arial" pitchFamily="34" charset="0"/>
              </a:defRPr>
            </a:lvl9pPr>
          </a:lstStyle>
          <a:p>
            <a:pPr algn="ctr" eaLnBrk="1" hangingPunct="1"/>
            <a:fld id="{BC1BFF9D-4DA3-457D-B686-983D6D4EC17B}" type="slidenum">
              <a:rPr lang="en-US" altLang="en-US" sz="1200" smtClean="0">
                <a:solidFill>
                  <a:srgbClr val="002060"/>
                </a:solidFill>
              </a:rPr>
              <a:pPr algn="ctr" eaLnBrk="1" hangingPunct="1"/>
              <a:t>32</a:t>
            </a:fld>
            <a:endParaRPr lang="en-US" altLang="en-US" sz="1200">
              <a:solidFill>
                <a:srgbClr val="002060"/>
              </a:solidFill>
            </a:endParaRPr>
          </a:p>
        </p:txBody>
      </p:sp>
      <p:sp>
        <p:nvSpPr>
          <p:cNvPr id="6" name="Footer Placeholder 2"/>
          <p:cNvSpPr>
            <a:spLocks noGrp="1"/>
          </p:cNvSpPr>
          <p:nvPr>
            <p:ph type="ftr" sz="quarter" idx="4294967295"/>
          </p:nvPr>
        </p:nvSpPr>
        <p:spPr>
          <a:xfrm>
            <a:off x="0" y="6400800"/>
            <a:ext cx="8686800" cy="457200"/>
          </a:xfrm>
          <a:prstGeom prst="rect">
            <a:avLst/>
          </a:prstGeom>
          <a:noFill/>
        </p:spPr>
        <p:txBody>
          <a:bodyPr vert="horz" lIns="91440" tIns="45720" rIns="91440" bIns="45720" rtlCol="0" anchor="ctr"/>
          <a:lstStyle>
            <a:lvl1pPr algn="l">
              <a:buNone/>
              <a:defRPr sz="900">
                <a:solidFill>
                  <a:schemeClr val="tx1"/>
                </a:solidFill>
                <a:cs typeface="Arial" pitchFamily="34" charset="0"/>
              </a:defRPr>
            </a:lvl1pPr>
          </a:lstStyle>
          <a:p>
            <a:pPr fontAlgn="base">
              <a:spcAft>
                <a:spcPct val="0"/>
              </a:spcAft>
              <a:defRPr/>
            </a:pPr>
            <a:r>
              <a:rPr lang="en-US" dirty="0"/>
              <a:t>Mankiw, </a:t>
            </a:r>
            <a:r>
              <a:rPr lang="en-US" i="1" dirty="0"/>
              <a:t>Principles of Economics</a:t>
            </a:r>
            <a:r>
              <a:rPr lang="en-US" dirty="0"/>
              <a:t>, 11th Edition. © 2027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252844240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Title 1"/>
          <p:cNvSpPr>
            <a:spLocks noGrp="1"/>
          </p:cNvSpPr>
          <p:nvPr>
            <p:ph type="title"/>
          </p:nvPr>
        </p:nvSpPr>
        <p:spPr>
          <a:xfrm>
            <a:off x="0" y="181100"/>
            <a:ext cx="9143999" cy="961900"/>
          </a:xfrm>
        </p:spPr>
        <p:txBody>
          <a:bodyPr wrap="square" anchor="t"/>
          <a:lstStyle/>
          <a:p>
            <a:pPr marL="0" indent="0" eaLnBrk="1" hangingPunct="1">
              <a:defRPr/>
            </a:pPr>
            <a:r>
              <a:rPr lang="en-US" sz="3000" dirty="0"/>
              <a:t>Principle 10: Society Faces a Short-Run Trade-Off between Inflation and Unemployment</a:t>
            </a:r>
          </a:p>
        </p:txBody>
      </p:sp>
      <p:sp>
        <p:nvSpPr>
          <p:cNvPr id="43011" name="Content Placeholder 2"/>
          <p:cNvSpPr>
            <a:spLocks noGrp="1"/>
          </p:cNvSpPr>
          <p:nvPr>
            <p:ph idx="1"/>
          </p:nvPr>
        </p:nvSpPr>
        <p:spPr>
          <a:xfrm>
            <a:off x="277813" y="1371600"/>
            <a:ext cx="8588375" cy="5076824"/>
          </a:xfrm>
        </p:spPr>
        <p:txBody>
          <a:bodyPr/>
          <a:lstStyle/>
          <a:p>
            <a:pPr eaLnBrk="1" hangingPunct="1"/>
            <a:r>
              <a:rPr lang="en-US" altLang="en-US" dirty="0"/>
              <a:t>Short-run trade-off between inflation and unemployment</a:t>
            </a:r>
          </a:p>
          <a:p>
            <a:pPr lvl="1" eaLnBrk="1" hangingPunct="1"/>
            <a:r>
              <a:rPr lang="en-US" altLang="en-US" dirty="0"/>
              <a:t>In the short-run, many economic policies push inflation and unemployment in opposite directions.</a:t>
            </a:r>
          </a:p>
          <a:p>
            <a:pPr lvl="1" eaLnBrk="1" hangingPunct="1"/>
            <a:r>
              <a:rPr lang="en-US" altLang="en-US" dirty="0"/>
              <a:t>Other factors can make this trade-off more or less favorable, but the trade-off is always present.</a:t>
            </a:r>
          </a:p>
        </p:txBody>
      </p:sp>
      <p:sp>
        <p:nvSpPr>
          <p:cNvPr id="39941" name="Slide Number Placeholder 1"/>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Lst>
        </p:spPr>
        <p:txBody>
          <a:bodyPr/>
          <a:lstStyle>
            <a:lvl1pPr algn="l" eaLnBrk="0" hangingPunct="0">
              <a:defRPr sz="3400">
                <a:solidFill>
                  <a:srgbClr val="005EA4"/>
                </a:solidFill>
                <a:latin typeface="Arial" pitchFamily="34" charset="0"/>
              </a:defRPr>
            </a:lvl1pPr>
            <a:lvl2pPr marL="742950" indent="-285750" algn="l" eaLnBrk="0" hangingPunct="0">
              <a:buFont typeface="Arial" pitchFamily="34" charset="0"/>
              <a:buChar char="–"/>
              <a:defRPr sz="3200">
                <a:solidFill>
                  <a:schemeClr val="tx1"/>
                </a:solidFill>
                <a:latin typeface="Arial" pitchFamily="34" charset="0"/>
              </a:defRPr>
            </a:lvl2pPr>
            <a:lvl3pPr marL="1143000" indent="-228600" algn="l" eaLnBrk="0" hangingPunct="0">
              <a:buSzPct val="90000"/>
              <a:defRPr sz="2800">
                <a:solidFill>
                  <a:schemeClr val="tx1"/>
                </a:solidFill>
                <a:latin typeface="Arial" pitchFamily="34" charset="0"/>
              </a:defRPr>
            </a:lvl3pPr>
            <a:lvl4pPr marL="1600200" indent="-228600" algn="l" eaLnBrk="0" hangingPunct="0">
              <a:buChar char="–"/>
              <a:defRPr sz="2400">
                <a:solidFill>
                  <a:schemeClr val="tx1"/>
                </a:solidFill>
                <a:latin typeface="Arial" pitchFamily="34" charset="0"/>
              </a:defRPr>
            </a:lvl4pPr>
            <a:lvl5pPr marL="2057400" indent="-228600" algn="l" eaLnBrk="0" hangingPunct="0">
              <a:buChar char="»"/>
              <a:defRPr sz="2000">
                <a:solidFill>
                  <a:schemeClr val="tx1"/>
                </a:solidFill>
                <a:latin typeface="Arial" pitchFamily="34" charset="0"/>
              </a:defRPr>
            </a:lvl5pPr>
            <a:lvl6pPr marL="2514600" indent="-228600" eaLnBrk="0" fontAlgn="base" hangingPunct="0">
              <a:spcBef>
                <a:spcPct val="20000"/>
              </a:spcBef>
              <a:spcAft>
                <a:spcPct val="0"/>
              </a:spcAft>
              <a:buChar char="»"/>
              <a:defRPr sz="2000">
                <a:solidFill>
                  <a:schemeClr val="tx1"/>
                </a:solidFill>
                <a:latin typeface="Arial" pitchFamily="34" charset="0"/>
              </a:defRPr>
            </a:lvl6pPr>
            <a:lvl7pPr marL="2971800" indent="-228600" eaLnBrk="0" fontAlgn="base" hangingPunct="0">
              <a:spcBef>
                <a:spcPct val="20000"/>
              </a:spcBef>
              <a:spcAft>
                <a:spcPct val="0"/>
              </a:spcAft>
              <a:buChar char="»"/>
              <a:defRPr sz="2000">
                <a:solidFill>
                  <a:schemeClr val="tx1"/>
                </a:solidFill>
                <a:latin typeface="Arial" pitchFamily="34" charset="0"/>
              </a:defRPr>
            </a:lvl7pPr>
            <a:lvl8pPr marL="3429000" indent="-228600" eaLnBrk="0" fontAlgn="base" hangingPunct="0">
              <a:spcBef>
                <a:spcPct val="20000"/>
              </a:spcBef>
              <a:spcAft>
                <a:spcPct val="0"/>
              </a:spcAft>
              <a:buChar char="»"/>
              <a:defRPr sz="2000">
                <a:solidFill>
                  <a:schemeClr val="tx1"/>
                </a:solidFill>
                <a:latin typeface="Arial" pitchFamily="34" charset="0"/>
              </a:defRPr>
            </a:lvl8pPr>
            <a:lvl9pPr marL="3886200" indent="-228600" eaLnBrk="0" fontAlgn="base" hangingPunct="0">
              <a:spcBef>
                <a:spcPct val="20000"/>
              </a:spcBef>
              <a:spcAft>
                <a:spcPct val="0"/>
              </a:spcAft>
              <a:buChar char="»"/>
              <a:defRPr sz="2000">
                <a:solidFill>
                  <a:schemeClr val="tx1"/>
                </a:solidFill>
                <a:latin typeface="Arial" pitchFamily="34" charset="0"/>
              </a:defRPr>
            </a:lvl9pPr>
          </a:lstStyle>
          <a:p>
            <a:pPr algn="ctr" eaLnBrk="1" hangingPunct="1"/>
            <a:fld id="{DD778BDA-6091-413A-8172-FD864E4CF9D5}" type="slidenum">
              <a:rPr lang="en-US" altLang="en-US" sz="1200" smtClean="0">
                <a:solidFill>
                  <a:srgbClr val="002060"/>
                </a:solidFill>
              </a:rPr>
              <a:pPr algn="ctr" eaLnBrk="1" hangingPunct="1"/>
              <a:t>33</a:t>
            </a:fld>
            <a:endParaRPr lang="en-US" altLang="en-US" sz="1200">
              <a:solidFill>
                <a:srgbClr val="002060"/>
              </a:solidFill>
            </a:endParaRPr>
          </a:p>
        </p:txBody>
      </p:sp>
      <p:sp>
        <p:nvSpPr>
          <p:cNvPr id="6" name="Footer Placeholder 2"/>
          <p:cNvSpPr>
            <a:spLocks noGrp="1"/>
          </p:cNvSpPr>
          <p:nvPr>
            <p:ph type="ftr" sz="quarter" idx="4294967295"/>
          </p:nvPr>
        </p:nvSpPr>
        <p:spPr>
          <a:xfrm>
            <a:off x="0" y="6400800"/>
            <a:ext cx="8686800" cy="457200"/>
          </a:xfrm>
          <a:prstGeom prst="rect">
            <a:avLst/>
          </a:prstGeom>
          <a:noFill/>
        </p:spPr>
        <p:txBody>
          <a:bodyPr vert="horz" lIns="91440" tIns="45720" rIns="91440" bIns="45720" rtlCol="0" anchor="ctr"/>
          <a:lstStyle>
            <a:lvl1pPr algn="l">
              <a:buNone/>
              <a:defRPr sz="900">
                <a:solidFill>
                  <a:schemeClr val="tx1"/>
                </a:solidFill>
                <a:cs typeface="Arial" pitchFamily="34" charset="0"/>
              </a:defRPr>
            </a:lvl1pPr>
          </a:lstStyle>
          <a:p>
            <a:pPr fontAlgn="base">
              <a:spcAft>
                <a:spcPct val="0"/>
              </a:spcAft>
              <a:defRPr/>
            </a:pPr>
            <a:r>
              <a:rPr lang="en-US" dirty="0"/>
              <a:t>Mankiw, </a:t>
            </a:r>
            <a:r>
              <a:rPr lang="en-US" i="1" dirty="0"/>
              <a:t>Principles of Economics</a:t>
            </a:r>
            <a:r>
              <a:rPr lang="en-US" dirty="0"/>
              <a:t>, 11th Edition. © 2027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380050337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THINK-PAIR-SHARE</a:t>
            </a:r>
            <a:endParaRPr lang="en-US" dirty="0"/>
          </a:p>
        </p:txBody>
      </p:sp>
      <p:sp>
        <p:nvSpPr>
          <p:cNvPr id="6" name="Content Placeholder 5"/>
          <p:cNvSpPr>
            <a:spLocks noGrp="1"/>
          </p:cNvSpPr>
          <p:nvPr>
            <p:ph idx="1"/>
          </p:nvPr>
        </p:nvSpPr>
        <p:spPr>
          <a:xfrm>
            <a:off x="228600" y="688622"/>
            <a:ext cx="8763000" cy="5788378"/>
          </a:xfrm>
        </p:spPr>
        <p:txBody>
          <a:bodyPr/>
          <a:lstStyle/>
          <a:p>
            <a:pPr marL="0" indent="0">
              <a:buNone/>
            </a:pPr>
            <a:r>
              <a:rPr lang="en-US" sz="2700" dirty="0"/>
              <a:t>	Your university decides to reduce the price of a parking permit on campus from $250 per semester to $10 per semester.  </a:t>
            </a:r>
          </a:p>
          <a:p>
            <a:pPr marL="514350" indent="-514350">
              <a:buFont typeface="+mj-lt"/>
              <a:buAutoNum type="alphaUcPeriod"/>
            </a:pPr>
            <a:r>
              <a:rPr lang="en-US" sz="2700" dirty="0">
                <a:solidFill>
                  <a:schemeClr val="tx1"/>
                </a:solidFill>
              </a:rPr>
              <a:t>The number of students desiring to park their cars on campus will _________.</a:t>
            </a:r>
          </a:p>
          <a:p>
            <a:pPr marL="514350" indent="-514350">
              <a:buFont typeface="+mj-lt"/>
              <a:buAutoNum type="alphaUcPeriod"/>
            </a:pPr>
            <a:r>
              <a:rPr lang="en-US" sz="2700" dirty="0">
                <a:solidFill>
                  <a:schemeClr val="tx1"/>
                </a:solidFill>
              </a:rPr>
              <a:t>The amount of time it would take to find a parking place will ___________.</a:t>
            </a:r>
          </a:p>
          <a:p>
            <a:pPr marL="514350" indent="-514350">
              <a:buFont typeface="+mj-lt"/>
              <a:buAutoNum type="alphaUcPeriod"/>
            </a:pPr>
            <a:r>
              <a:rPr lang="en-US" sz="2700" dirty="0">
                <a:solidFill>
                  <a:schemeClr val="tx1"/>
                </a:solidFill>
              </a:rPr>
              <a:t>Will the lower price of a parking permit necessarily lower the true cost of parking? </a:t>
            </a:r>
            <a:r>
              <a:rPr lang="en-US" sz="2400" dirty="0">
                <a:solidFill>
                  <a:schemeClr val="tx1"/>
                </a:solidFill>
              </a:rPr>
              <a:t>(Hint: opportunity cost)</a:t>
            </a:r>
            <a:endParaRPr lang="en-US" sz="2700" dirty="0">
              <a:solidFill>
                <a:schemeClr val="tx1"/>
              </a:solidFill>
            </a:endParaRPr>
          </a:p>
          <a:p>
            <a:pPr marL="514350" indent="-514350">
              <a:buFont typeface="+mj-lt"/>
              <a:buAutoNum type="alphaUcPeriod"/>
            </a:pPr>
            <a:r>
              <a:rPr lang="en-US" sz="2700" dirty="0">
                <a:solidFill>
                  <a:schemeClr val="tx1"/>
                </a:solidFill>
              </a:rPr>
              <a:t>Would the opportunity cost of parking be the same for students with no outside employment and students with jobs earning $15 per hour? </a:t>
            </a:r>
          </a:p>
        </p:txBody>
      </p:sp>
      <p:sp>
        <p:nvSpPr>
          <p:cNvPr id="4" name="Slide Number Placeholder 3"/>
          <p:cNvSpPr>
            <a:spLocks noGrp="1"/>
          </p:cNvSpPr>
          <p:nvPr>
            <p:ph type="sldNum" sz="quarter" idx="10"/>
          </p:nvPr>
        </p:nvSpPr>
        <p:spPr/>
        <p:txBody>
          <a:bodyPr/>
          <a:lstStyle/>
          <a:p>
            <a:pPr>
              <a:defRPr/>
            </a:pPr>
            <a:fld id="{F9168CB8-64E8-4A17-9AA1-DC0C06686103}" type="slidenum">
              <a:rPr lang="en-US" smtClean="0"/>
              <a:pPr>
                <a:defRPr/>
              </a:pPr>
              <a:t>34</a:t>
            </a:fld>
            <a:endParaRPr lang="en-US" dirty="0"/>
          </a:p>
        </p:txBody>
      </p:sp>
    </p:spTree>
    <p:extLst>
      <p:ext uri="{BB962C8B-B14F-4D97-AF65-F5344CB8AC3E}">
        <p14:creationId xmlns:p14="http://schemas.microsoft.com/office/powerpoint/2010/main" val="60922194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a:buSzPct val="120000"/>
              <a:buFont typeface="Arial" pitchFamily="34" charset="0"/>
              <a:buChar char="•"/>
            </a:pPr>
            <a:r>
              <a:rPr lang="en-US" sz="3200" dirty="0">
                <a:solidFill>
                  <a:srgbClr val="AE1221"/>
                </a:solidFill>
              </a:rPr>
              <a:t>Individual decision making:</a:t>
            </a:r>
          </a:p>
          <a:p>
            <a:pPr lvl="1">
              <a:buSzPct val="120000"/>
              <a:buFont typeface="Arial" pitchFamily="34" charset="0"/>
              <a:buChar char="•"/>
            </a:pPr>
            <a:r>
              <a:rPr lang="en-US" sz="3000" dirty="0"/>
              <a:t>People face trade-offs among alternative goals.</a:t>
            </a:r>
          </a:p>
          <a:p>
            <a:pPr lvl="1">
              <a:buSzPct val="120000"/>
              <a:buFont typeface="Arial" pitchFamily="34" charset="0"/>
              <a:buChar char="•"/>
            </a:pPr>
            <a:r>
              <a:rPr lang="en-US" sz="3000" dirty="0"/>
              <a:t>The cost of any action is measured in terms of forgone opportunities.</a:t>
            </a:r>
          </a:p>
          <a:p>
            <a:pPr lvl="1">
              <a:buSzPct val="120000"/>
              <a:buFont typeface="Arial" pitchFamily="34" charset="0"/>
              <a:buChar char="•"/>
            </a:pPr>
            <a:r>
              <a:rPr lang="en-US" sz="3000" dirty="0"/>
              <a:t>Rational people make decisions by comparing marginal costs and marginal benefits.</a:t>
            </a:r>
          </a:p>
          <a:p>
            <a:pPr lvl="1">
              <a:buSzPct val="120000"/>
              <a:buFont typeface="Arial" pitchFamily="34" charset="0"/>
              <a:buChar char="•"/>
            </a:pPr>
            <a:r>
              <a:rPr lang="en-US" sz="3000" dirty="0"/>
              <a:t>People change their behavior in response to the incentives they face.</a:t>
            </a:r>
          </a:p>
        </p:txBody>
      </p:sp>
      <p:sp>
        <p:nvSpPr>
          <p:cNvPr id="4" name="Slide Number Placeholder 3"/>
          <p:cNvSpPr>
            <a:spLocks noGrp="1"/>
          </p:cNvSpPr>
          <p:nvPr>
            <p:ph type="sldNum" sz="quarter" idx="10"/>
          </p:nvPr>
        </p:nvSpPr>
        <p:spPr/>
        <p:txBody>
          <a:bodyPr/>
          <a:lstStyle/>
          <a:p>
            <a:pPr>
              <a:defRPr/>
            </a:pPr>
            <a:fld id="{073C29DC-2178-4274-9150-45F8EBD31C2D}" type="slidenum">
              <a:rPr lang="en-US" smtClean="0"/>
              <a:pPr>
                <a:defRPr/>
              </a:pPr>
              <a:t>35</a:t>
            </a:fld>
            <a:endParaRPr lang="en-US"/>
          </a:p>
        </p:txBody>
      </p:sp>
      <p:sp>
        <p:nvSpPr>
          <p:cNvPr id="2" name="Title 1"/>
          <p:cNvSpPr>
            <a:spLocks noGrp="1"/>
          </p:cNvSpPr>
          <p:nvPr>
            <p:ph type="title"/>
          </p:nvPr>
        </p:nvSpPr>
        <p:spPr>
          <a:xfrm>
            <a:off x="0" y="0"/>
            <a:ext cx="9139238" cy="889000"/>
          </a:xfrm>
        </p:spPr>
        <p:txBody>
          <a:bodyPr/>
          <a:lstStyle/>
          <a:p>
            <a:pPr algn="ctr"/>
            <a:r>
              <a:rPr lang="en-US" dirty="0"/>
              <a:t>CHAPTER IN A NUTSHELL</a:t>
            </a:r>
          </a:p>
        </p:txBody>
      </p:sp>
      <p:sp>
        <p:nvSpPr>
          <p:cNvPr id="6" name="Footer Placeholder 2"/>
          <p:cNvSpPr>
            <a:spLocks noGrp="1"/>
          </p:cNvSpPr>
          <p:nvPr>
            <p:ph type="ftr" sz="quarter" idx="3"/>
          </p:nvPr>
        </p:nvSpPr>
        <p:spPr>
          <a:xfrm>
            <a:off x="0" y="6400800"/>
            <a:ext cx="8686800" cy="457200"/>
          </a:xfrm>
          <a:prstGeom prst="rect">
            <a:avLst/>
          </a:prstGeom>
          <a:noFill/>
        </p:spPr>
        <p:txBody>
          <a:bodyPr vert="horz" lIns="91440" tIns="45720" rIns="91440" bIns="45720" rtlCol="0" anchor="ctr"/>
          <a:lstStyle>
            <a:lvl1pPr algn="l">
              <a:buNone/>
              <a:defRPr sz="900">
                <a:solidFill>
                  <a:schemeClr val="tx1"/>
                </a:solidFill>
                <a:cs typeface="Arial" pitchFamily="34" charset="0"/>
              </a:defRPr>
            </a:lvl1pPr>
          </a:lstStyle>
          <a:p>
            <a:pPr fontAlgn="base">
              <a:spcAft>
                <a:spcPct val="0"/>
              </a:spcAft>
              <a:defRPr/>
            </a:pPr>
            <a:r>
              <a:rPr lang="en-US" dirty="0"/>
              <a:t>Mankiw, </a:t>
            </a:r>
            <a:r>
              <a:rPr lang="en-US" i="1" dirty="0"/>
              <a:t>Principles of Economics</a:t>
            </a:r>
            <a:r>
              <a:rPr lang="en-US" dirty="0"/>
              <a:t>, 11th Edition. © 2027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3703265945"/>
      </p:ext>
    </p:extLst>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a:buSzPct val="120000"/>
              <a:buFont typeface="Arial" pitchFamily="34" charset="0"/>
              <a:buChar char="•"/>
            </a:pPr>
            <a:r>
              <a:rPr lang="en-US" sz="3200" dirty="0">
                <a:solidFill>
                  <a:srgbClr val="AE1221"/>
                </a:solidFill>
              </a:rPr>
              <a:t>Economic interactions among people:</a:t>
            </a:r>
          </a:p>
          <a:p>
            <a:pPr lvl="1">
              <a:buSzPct val="120000"/>
              <a:buFont typeface="Arial" pitchFamily="34" charset="0"/>
              <a:buChar char="•"/>
            </a:pPr>
            <a:r>
              <a:rPr lang="en-US" sz="3000" dirty="0"/>
              <a:t>Trade and interdependence can be mutually beneficial.</a:t>
            </a:r>
          </a:p>
          <a:p>
            <a:pPr lvl="1">
              <a:buSzPct val="120000"/>
              <a:buFont typeface="Arial" pitchFamily="34" charset="0"/>
              <a:buChar char="•"/>
            </a:pPr>
            <a:r>
              <a:rPr lang="en-US" sz="3000" dirty="0"/>
              <a:t>Markets are usually a good way of coordinating economic activity.</a:t>
            </a:r>
          </a:p>
          <a:p>
            <a:pPr lvl="1">
              <a:buSzPct val="120000"/>
              <a:buFont typeface="Arial" pitchFamily="34" charset="0"/>
              <a:buChar char="•"/>
            </a:pPr>
            <a:r>
              <a:rPr lang="en-US" sz="3000" dirty="0"/>
              <a:t>Governments can potentially improve market outcomes by remedying a market failure or by promoting greater economic equality.</a:t>
            </a:r>
          </a:p>
        </p:txBody>
      </p:sp>
      <p:sp>
        <p:nvSpPr>
          <p:cNvPr id="4" name="Slide Number Placeholder 3"/>
          <p:cNvSpPr>
            <a:spLocks noGrp="1"/>
          </p:cNvSpPr>
          <p:nvPr>
            <p:ph type="sldNum" sz="quarter" idx="10"/>
          </p:nvPr>
        </p:nvSpPr>
        <p:spPr/>
        <p:txBody>
          <a:bodyPr/>
          <a:lstStyle/>
          <a:p>
            <a:pPr>
              <a:defRPr/>
            </a:pPr>
            <a:fld id="{073C29DC-2178-4274-9150-45F8EBD31C2D}" type="slidenum">
              <a:rPr lang="en-US" smtClean="0"/>
              <a:pPr>
                <a:defRPr/>
              </a:pPr>
              <a:t>36</a:t>
            </a:fld>
            <a:endParaRPr lang="en-US"/>
          </a:p>
        </p:txBody>
      </p:sp>
      <p:sp>
        <p:nvSpPr>
          <p:cNvPr id="2" name="Title 1"/>
          <p:cNvSpPr>
            <a:spLocks noGrp="1"/>
          </p:cNvSpPr>
          <p:nvPr>
            <p:ph type="title"/>
          </p:nvPr>
        </p:nvSpPr>
        <p:spPr/>
        <p:txBody>
          <a:bodyPr/>
          <a:lstStyle/>
          <a:p>
            <a:r>
              <a:rPr lang="en-US" dirty="0"/>
              <a:t>CHAPTER IN A NUTSHELL</a:t>
            </a:r>
          </a:p>
        </p:txBody>
      </p:sp>
      <p:sp>
        <p:nvSpPr>
          <p:cNvPr id="6" name="Footer Placeholder 2"/>
          <p:cNvSpPr>
            <a:spLocks noGrp="1"/>
          </p:cNvSpPr>
          <p:nvPr>
            <p:ph type="ftr" sz="quarter" idx="3"/>
          </p:nvPr>
        </p:nvSpPr>
        <p:spPr>
          <a:xfrm>
            <a:off x="0" y="6400800"/>
            <a:ext cx="8686800" cy="457200"/>
          </a:xfrm>
          <a:prstGeom prst="rect">
            <a:avLst/>
          </a:prstGeom>
          <a:noFill/>
        </p:spPr>
        <p:txBody>
          <a:bodyPr vert="horz" lIns="91440" tIns="45720" rIns="91440" bIns="45720" rtlCol="0" anchor="ctr"/>
          <a:lstStyle>
            <a:lvl1pPr algn="l">
              <a:buNone/>
              <a:defRPr sz="900">
                <a:solidFill>
                  <a:schemeClr val="tx1"/>
                </a:solidFill>
                <a:cs typeface="Arial" pitchFamily="34" charset="0"/>
              </a:defRPr>
            </a:lvl1pPr>
          </a:lstStyle>
          <a:p>
            <a:pPr fontAlgn="base">
              <a:spcAft>
                <a:spcPct val="0"/>
              </a:spcAft>
              <a:defRPr/>
            </a:pPr>
            <a:r>
              <a:rPr lang="en-US" dirty="0"/>
              <a:t>Mankiw, </a:t>
            </a:r>
            <a:r>
              <a:rPr lang="en-US" i="1" dirty="0"/>
              <a:t>Principles of Economics</a:t>
            </a:r>
            <a:r>
              <a:rPr lang="en-US" dirty="0"/>
              <a:t>, 11th Edition. © 2027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3381885343"/>
      </p:ext>
    </p:extLst>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a:buSzPct val="120000"/>
              <a:buFont typeface="Arial" pitchFamily="34" charset="0"/>
              <a:buChar char="•"/>
            </a:pPr>
            <a:r>
              <a:rPr lang="en-US" sz="3200" dirty="0">
                <a:solidFill>
                  <a:srgbClr val="AE1221"/>
                </a:solidFill>
              </a:rPr>
              <a:t>The economy as a whole:</a:t>
            </a:r>
          </a:p>
          <a:p>
            <a:pPr lvl="1">
              <a:buSzPct val="120000"/>
              <a:buFont typeface="Arial" pitchFamily="34" charset="0"/>
              <a:buChar char="•"/>
            </a:pPr>
            <a:r>
              <a:rPr lang="en-US" sz="3000" dirty="0"/>
              <a:t>Productivity is the ultimate source of living standards.</a:t>
            </a:r>
          </a:p>
          <a:p>
            <a:pPr lvl="1">
              <a:buSzPct val="120000"/>
              <a:buFont typeface="Arial" pitchFamily="34" charset="0"/>
              <a:buChar char="•"/>
            </a:pPr>
            <a:r>
              <a:rPr lang="en-US" sz="3000" dirty="0"/>
              <a:t>Growth in the quantity of money is the ultimate source of inflation.</a:t>
            </a:r>
          </a:p>
          <a:p>
            <a:pPr lvl="1">
              <a:buSzPct val="120000"/>
              <a:buFont typeface="Arial" pitchFamily="34" charset="0"/>
              <a:buChar char="•"/>
            </a:pPr>
            <a:r>
              <a:rPr lang="en-US" sz="3000" dirty="0"/>
              <a:t>Society faces a short-run trade-off between inflation and unemployment.</a:t>
            </a:r>
          </a:p>
        </p:txBody>
      </p:sp>
      <p:sp>
        <p:nvSpPr>
          <p:cNvPr id="4" name="Slide Number Placeholder 3"/>
          <p:cNvSpPr>
            <a:spLocks noGrp="1"/>
          </p:cNvSpPr>
          <p:nvPr>
            <p:ph type="sldNum" sz="quarter" idx="10"/>
          </p:nvPr>
        </p:nvSpPr>
        <p:spPr/>
        <p:txBody>
          <a:bodyPr/>
          <a:lstStyle/>
          <a:p>
            <a:pPr>
              <a:defRPr/>
            </a:pPr>
            <a:fld id="{073C29DC-2178-4274-9150-45F8EBD31C2D}" type="slidenum">
              <a:rPr lang="en-US" smtClean="0"/>
              <a:pPr>
                <a:defRPr/>
              </a:pPr>
              <a:t>37</a:t>
            </a:fld>
            <a:endParaRPr lang="en-US"/>
          </a:p>
        </p:txBody>
      </p:sp>
      <p:sp>
        <p:nvSpPr>
          <p:cNvPr id="2" name="Title 1"/>
          <p:cNvSpPr>
            <a:spLocks noGrp="1"/>
          </p:cNvSpPr>
          <p:nvPr>
            <p:ph type="title"/>
          </p:nvPr>
        </p:nvSpPr>
        <p:spPr/>
        <p:txBody>
          <a:bodyPr/>
          <a:lstStyle/>
          <a:p>
            <a:r>
              <a:rPr lang="en-US" dirty="0"/>
              <a:t>CHAPTER IN A NUTSHELL</a:t>
            </a:r>
          </a:p>
        </p:txBody>
      </p:sp>
      <p:sp>
        <p:nvSpPr>
          <p:cNvPr id="6" name="Footer Placeholder 2"/>
          <p:cNvSpPr>
            <a:spLocks noGrp="1"/>
          </p:cNvSpPr>
          <p:nvPr>
            <p:ph type="ftr" sz="quarter" idx="3"/>
          </p:nvPr>
        </p:nvSpPr>
        <p:spPr>
          <a:xfrm>
            <a:off x="0" y="6400800"/>
            <a:ext cx="8686800" cy="457200"/>
          </a:xfrm>
          <a:prstGeom prst="rect">
            <a:avLst/>
          </a:prstGeom>
          <a:noFill/>
        </p:spPr>
        <p:txBody>
          <a:bodyPr vert="horz" lIns="91440" tIns="45720" rIns="91440" bIns="45720" rtlCol="0" anchor="ctr"/>
          <a:lstStyle>
            <a:lvl1pPr algn="l">
              <a:buNone/>
              <a:defRPr sz="900">
                <a:solidFill>
                  <a:schemeClr val="tx1"/>
                </a:solidFill>
                <a:cs typeface="Arial" pitchFamily="34" charset="0"/>
              </a:defRPr>
            </a:lvl1pPr>
          </a:lstStyle>
          <a:p>
            <a:pPr fontAlgn="base">
              <a:spcAft>
                <a:spcPct val="0"/>
              </a:spcAft>
              <a:defRPr/>
            </a:pPr>
            <a:r>
              <a:rPr lang="en-US" dirty="0"/>
              <a:t>Mankiw, </a:t>
            </a:r>
            <a:r>
              <a:rPr lang="en-US" i="1" dirty="0"/>
              <a:t>Principles of Economics</a:t>
            </a:r>
            <a:r>
              <a:rPr lang="en-US" dirty="0"/>
              <a:t>, 11th Edition. © 2027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717617522"/>
      </p:ext>
    </p:extLst>
  </p:cSld>
  <p:clrMapOvr>
    <a:masterClrMapping/>
  </p:clrMapOvr>
  <p:transition/>
</p:sld>
</file>

<file path=ppt/theme/theme1.xml><?xml version="1.0" encoding="utf-8"?>
<a:theme xmlns:a="http://schemas.openxmlformats.org/drawingml/2006/main" name="Chapter title">
  <a:themeElements>
    <a:clrScheme name="OpenSlid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penSlide">
      <a:majorFont>
        <a:latin typeface="Sabon-Bold"/>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lnDef>
  </a:objectDefaults>
  <a:extraClrSchemeLst>
    <a:extraClrScheme>
      <a:clrScheme name="OpenSlid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OpenSlide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OpenSlide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OpenSlide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OpenSlide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OpenSlide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OpenSlide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OpenSlide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OpenSlide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OpenSlide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OpenSlide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OpenSlide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Intro / Summary">
  <a:themeElements>
    <a:clrScheme name="ChapterSlid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ChapterSlid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lnDef>
  </a:objectDefaults>
  <a:extraClrSchemeLst>
    <a:extraClrScheme>
      <a:clrScheme name="ChapterSlid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ChapterSlide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ChapterSlide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ChapterSlide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ChapterSlide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ChapterSlide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ChapterSlide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ChapterSlide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ChapterSlide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ChapterSlide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ChapterSlide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ChapterSlide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Chapter content">
  <a:themeElements>
    <a:clrScheme name="ChapterSlid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ChapterSlid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lnDef>
  </a:objectDefaults>
  <a:extraClrSchemeLst>
    <a:extraClrScheme>
      <a:clrScheme name="ChapterSlid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ChapterSlide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ChapterSlide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ChapterSlide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ChapterSlide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ChapterSlide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ChapterSlide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ChapterSlide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ChapterSlide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ChapterSlide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ChapterSlide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ChapterSlide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Figure">
  <a:themeElements>
    <a:clrScheme name="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Custom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lnDef>
  </a:objectDefaults>
  <a:extraClrSchemeLst>
    <a:extraClrScheme>
      <a:clrScheme name="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Custom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Custom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Custom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Custom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Custom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Custom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Custom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Custom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Custom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Table">
  <a:themeElements>
    <a:clrScheme name="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Custom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lnDef>
  </a:objectDefaults>
  <a:extraClrSchemeLst>
    <a:extraClrScheme>
      <a:clrScheme name="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Custom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Custom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Custom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Custom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Custom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Custom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Custom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Custom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Custom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6.xml><?xml version="1.0" encoding="utf-8"?>
<a:theme xmlns:a="http://schemas.openxmlformats.org/drawingml/2006/main" name="ActiveLearning or Ex">
  <a:themeElements>
    <a:clrScheme name="ChapterSlid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ChapterSlid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lnDef>
  </a:objectDefaults>
  <a:extraClrSchemeLst>
    <a:extraClrScheme>
      <a:clrScheme name="ChapterSlid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ChapterSlide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ChapterSlide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ChapterSlide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ChapterSlide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ChapterSlide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ChapterSlide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ChapterSlide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ChapterSlide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ChapterSlide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ChapterSlide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ChapterSlide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7.xml><?xml version="1.0" encoding="utf-8"?>
<a:theme xmlns:a="http://schemas.openxmlformats.org/drawingml/2006/main" name="Case study">
  <a:themeElements>
    <a:clrScheme name="3_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3_Custom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lnDef>
  </a:objectDefaults>
  <a:extraClrSchemeLst>
    <a:extraClrScheme>
      <a:clrScheme name="3_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3_Custom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3_Custom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3_Custom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3_Custom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3_Custom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3_Custom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3_Custom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3_Custom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3_Custom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3_Custom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3_Custom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8.xml><?xml version="1.0" encoding="utf-8"?>
<a:theme xmlns:a="http://schemas.openxmlformats.org/drawingml/2006/main" name="Think-Pair-Share">
  <a:themeElements>
    <a:clrScheme name="3_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3_Custom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lnDef>
  </a:objectDefaults>
  <a:extraClrSchemeLst>
    <a:extraClrScheme>
      <a:clrScheme name="3_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3_Custom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3_Custom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3_Custom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3_Custom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3_Custom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3_Custom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3_Custom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3_Custom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3_Custom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3_Custom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3_Custom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9.xml><?xml version="1.0" encoding="utf-8"?>
<a:theme xmlns:a="http://schemas.openxmlformats.org/drawingml/2006/main" name="Ask Experts">
  <a:themeElements>
    <a:clrScheme name="3_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3_Custom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lnDef>
  </a:objectDefaults>
  <a:extraClrSchemeLst>
    <a:extraClrScheme>
      <a:clrScheme name="3_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3_Custom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3_Custom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3_Custom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3_Custom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3_Custom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3_Custom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3_Custom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3_Custom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3_Custom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3_Custom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3_Custom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10.xml><?xml version="1.0" encoding="utf-8"?>
<a:theme xmlns:a="http://schemas.openxmlformats.org/drawingml/2006/main" name="Appendix">
  <a:themeElements>
    <a:clrScheme name="2_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Custom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lnDef>
  </a:objectDefaults>
  <a:extraClrSchemeLst>
    <a:extraClrScheme>
      <a:clrScheme name="2_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Custom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Custom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Custom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Custom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Custom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Custom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Custom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Custom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Custom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Custom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Custom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1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30323</TotalTime>
  <Words>9009</Words>
  <Application>Microsoft Office PowerPoint</Application>
  <PresentationFormat>On-screen Show (4:3)</PresentationFormat>
  <Paragraphs>555</Paragraphs>
  <Slides>37</Slides>
  <Notes>37</Notes>
  <HiddenSlides>0</HiddenSlides>
  <MMClips>0</MMClips>
  <ScaleCrop>false</ScaleCrop>
  <HeadingPairs>
    <vt:vector size="6" baseType="variant">
      <vt:variant>
        <vt:lpstr>Fonts Used</vt:lpstr>
      </vt:variant>
      <vt:variant>
        <vt:i4>5</vt:i4>
      </vt:variant>
      <vt:variant>
        <vt:lpstr>Theme</vt:lpstr>
      </vt:variant>
      <vt:variant>
        <vt:i4>10</vt:i4>
      </vt:variant>
      <vt:variant>
        <vt:lpstr>Slide Titles</vt:lpstr>
      </vt:variant>
      <vt:variant>
        <vt:i4>37</vt:i4>
      </vt:variant>
    </vt:vector>
  </HeadingPairs>
  <TitlesOfParts>
    <vt:vector size="52" baseType="lpstr">
      <vt:lpstr>Arial</vt:lpstr>
      <vt:lpstr>Calibri</vt:lpstr>
      <vt:lpstr>Cambria</vt:lpstr>
      <vt:lpstr>Georgia</vt:lpstr>
      <vt:lpstr>Sabon-Bold</vt:lpstr>
      <vt:lpstr>Chapter title</vt:lpstr>
      <vt:lpstr>Intro / Summary</vt:lpstr>
      <vt:lpstr>Chapter content</vt:lpstr>
      <vt:lpstr>Figure</vt:lpstr>
      <vt:lpstr>Table</vt:lpstr>
      <vt:lpstr>ActiveLearning or Ex</vt:lpstr>
      <vt:lpstr>Case study</vt:lpstr>
      <vt:lpstr>Think-Pair-Share</vt:lpstr>
      <vt:lpstr>Ask Experts</vt:lpstr>
      <vt:lpstr>Appendix</vt:lpstr>
      <vt:lpstr>PowerPoint Presentation</vt:lpstr>
      <vt:lpstr>IN THIS CHAPTER</vt:lpstr>
      <vt:lpstr>Ten Principles of Economics</vt:lpstr>
      <vt:lpstr>Ten Principles of Economics</vt:lpstr>
      <vt:lpstr>How People Make Decisions</vt:lpstr>
      <vt:lpstr>Principle 1: People Face Trade-Offs </vt:lpstr>
      <vt:lpstr>EXAMPLE 1A: Society faces trade-offs </vt:lpstr>
      <vt:lpstr>EXAMPLE 1B: Society faces trade-offs </vt:lpstr>
      <vt:lpstr>Principle 2: The Cost of Something Is What You Give Up to Get It</vt:lpstr>
      <vt:lpstr>EXAMPLE 2: Opportunity cost</vt:lpstr>
      <vt:lpstr>Principle 3: Rational People Think at the Margin</vt:lpstr>
      <vt:lpstr>Active Learning 1: Thinking at the margin</vt:lpstr>
      <vt:lpstr>Active Learning 1: Answers, A</vt:lpstr>
      <vt:lpstr>Active Learning 1: Answers, B</vt:lpstr>
      <vt:lpstr>Principle 4: People Respond to Incentives</vt:lpstr>
      <vt:lpstr>EXAMPLE 3: Incentives </vt:lpstr>
      <vt:lpstr>Active Learning 2: Applying the principles</vt:lpstr>
      <vt:lpstr>Active Learning 2: Answers  </vt:lpstr>
      <vt:lpstr>How People Interact</vt:lpstr>
      <vt:lpstr>Principle 5: Trade Can Make Everyone Better Off </vt:lpstr>
      <vt:lpstr>Principle 6: Markets Are Usually a Good Way to Organize Economic Activity – 1 </vt:lpstr>
      <vt:lpstr>Principle 6: Markets Are Usually a Good Way to Organize Economic Activity – 2 </vt:lpstr>
      <vt:lpstr>Principle 6: Markets Are Usually a Good Way to Organize Economic Activity – 3 </vt:lpstr>
      <vt:lpstr>Principle 7: Governments Can Sometimes Improve Market Outcomes – 1 </vt:lpstr>
      <vt:lpstr>Principle 7: Governments Can Sometimes Improve Market Outcomes – 2 </vt:lpstr>
      <vt:lpstr>Principle 7: Governments Can Sometimes Improve Market Outcomes – 3 </vt:lpstr>
      <vt:lpstr>Active Learning 3: The government</vt:lpstr>
      <vt:lpstr>How the economy as a whole works</vt:lpstr>
      <vt:lpstr>Principle 8: Country’s Standard of Living Depends on Its Ability to Produce Goods and Services – 1 </vt:lpstr>
      <vt:lpstr>Principle 8: Country’s Standard of Living Depends on Its Ability to Produce Goods and Services – 2 </vt:lpstr>
      <vt:lpstr>Principle 9: Prices Rise When the Government Prints Too Much Money – 1 </vt:lpstr>
      <vt:lpstr>Principle 9: Prices Rise When the Government Prints Too Much Money – 2 </vt:lpstr>
      <vt:lpstr>Principle 10: Society Faces a Short-Run Trade-Off between Inflation and Unemployment</vt:lpstr>
      <vt:lpstr>THINK-PAIR-SHARE</vt:lpstr>
      <vt:lpstr>CHAPTER IN A NUTSHELL</vt:lpstr>
      <vt:lpstr>CHAPTER IN A NUTSHELL</vt:lpstr>
      <vt:lpstr>CHAPTER IN A NUTSHELL</vt:lpstr>
    </vt:vector>
  </TitlesOfParts>
  <Company>Eastern Illinois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Andreea Chiritescu</dc:creator>
  <cp:lastModifiedBy>Vaithianathan, Pranitha</cp:lastModifiedBy>
  <cp:revision>1285</cp:revision>
  <cp:lastPrinted>2019-05-14T19:06:14Z</cp:lastPrinted>
  <dcterms:created xsi:type="dcterms:W3CDTF">2016-03-16T19:41:09Z</dcterms:created>
  <dcterms:modified xsi:type="dcterms:W3CDTF">2026-01-20T14:59:49Z</dcterms:modified>
</cp:coreProperties>
</file>